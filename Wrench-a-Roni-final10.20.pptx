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2" r:id="rId11"/>
    <p:sldId id="263" r:id="rId12"/>
    <p:sldId id="272" r:id="rId13"/>
    <p:sldId id="273" r:id="rId14"/>
    <p:sldId id="264" r:id="rId15"/>
    <p:sldId id="265" r:id="rId16"/>
    <p:sldId id="266" r:id="rId17"/>
    <p:sldId id="267" r:id="rId18"/>
    <p:sldId id="274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" dt="2026-10-20T16:12:01.862"/>
    <p1510:client id="{3E4BA702-F2D2-034C-8CA9-C1AB1C98E264}" v="447" dt="2026-10-20T16:56:55.964"/>
    <p1510:client id="{85CD9499-11E6-21BB-B05B-41F46F8E967E}" v="352" dt="2026-10-20T16:54:38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IFEL, MARY" userId="S::mteifel@student.cnm.edu::c870a911-5521-4155-87f8-8c02c478556e" providerId="AD" clId="Web-{00000000-0000-0000-0000-000000000000}"/>
    <pc:docChg chg="modSld">
      <pc:chgData name="TEIFEL, MARY" userId="S::mteifel@student.cnm.edu::c870a911-5521-4155-87f8-8c02c478556e" providerId="AD" clId="Web-{00000000-0000-0000-0000-000000000000}" dt="2026-10-20T16:12:01.862" v="29" actId="1076"/>
      <pc:docMkLst>
        <pc:docMk/>
      </pc:docMkLst>
      <pc:sldChg chg="delSp">
        <pc:chgData name="TEIFEL, MARY" userId="S::mteifel@student.cnm.edu::c870a911-5521-4155-87f8-8c02c478556e" providerId="AD" clId="Web-{00000000-0000-0000-0000-000000000000}" dt="2026-10-20T15:51:27.968" v="0"/>
        <pc:sldMkLst>
          <pc:docMk/>
          <pc:sldMk cId="932055556" sldId="256"/>
        </pc:sldMkLst>
        <pc:spChg chg="del">
          <ac:chgData name="TEIFEL, MARY" userId="S::mteifel@student.cnm.edu::c870a911-5521-4155-87f8-8c02c478556e" providerId="AD" clId="Web-{00000000-0000-0000-0000-000000000000}" dt="2026-10-20T15:51:27.968" v="0"/>
          <ac:spMkLst>
            <pc:docMk/>
            <pc:sldMk cId="932055556" sldId="256"/>
            <ac:spMk id="2" creationId="{4380E35C-61F4-4870-A443-112B60B299E4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1:46.281" v="5" actId="20577"/>
        <pc:sldMkLst>
          <pc:docMk/>
          <pc:sldMk cId="1628207169" sldId="257"/>
        </pc:sldMkLst>
        <pc:spChg chg="mod">
          <ac:chgData name="TEIFEL, MARY" userId="S::mteifel@student.cnm.edu::c870a911-5521-4155-87f8-8c02c478556e" providerId="AD" clId="Web-{00000000-0000-0000-0000-000000000000}" dt="2026-10-20T15:51:46.281" v="5" actId="20577"/>
          <ac:spMkLst>
            <pc:docMk/>
            <pc:sldMk cId="1628207169" sldId="257"/>
            <ac:spMk id="2" creationId="{63B79795-01B4-494E-A29C-3499CA6B9B30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1:41.812" v="4" actId="20577"/>
        <pc:sldMkLst>
          <pc:docMk/>
          <pc:sldMk cId="325488779" sldId="258"/>
        </pc:sldMkLst>
        <pc:spChg chg="mod">
          <ac:chgData name="TEIFEL, MARY" userId="S::mteifel@student.cnm.edu::c870a911-5521-4155-87f8-8c02c478556e" providerId="AD" clId="Web-{00000000-0000-0000-0000-000000000000}" dt="2026-10-20T15:51:41.812" v="4" actId="20577"/>
          <ac:spMkLst>
            <pc:docMk/>
            <pc:sldMk cId="325488779" sldId="258"/>
            <ac:spMk id="2" creationId="{FCE602F9-8F54-4FE3-BE28-5E1AA8764623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1:38.484" v="3" actId="20577"/>
        <pc:sldMkLst>
          <pc:docMk/>
          <pc:sldMk cId="2024044308" sldId="259"/>
        </pc:sldMkLst>
        <pc:spChg chg="mod">
          <ac:chgData name="TEIFEL, MARY" userId="S::mteifel@student.cnm.edu::c870a911-5521-4155-87f8-8c02c478556e" providerId="AD" clId="Web-{00000000-0000-0000-0000-000000000000}" dt="2026-10-20T15:51:38.484" v="3" actId="20577"/>
          <ac:spMkLst>
            <pc:docMk/>
            <pc:sldMk cId="2024044308" sldId="259"/>
            <ac:spMk id="2" creationId="{643C5A42-918B-4E6D-8BFC-48E4B4616D70}"/>
          </ac:spMkLst>
        </pc:spChg>
      </pc:sldChg>
      <pc:sldChg chg="delSp modSp">
        <pc:chgData name="TEIFEL, MARY" userId="S::mteifel@student.cnm.edu::c870a911-5521-4155-87f8-8c02c478556e" providerId="AD" clId="Web-{00000000-0000-0000-0000-000000000000}" dt="2026-10-20T16:06:31.051" v="24" actId="20577"/>
        <pc:sldMkLst>
          <pc:docMk/>
          <pc:sldMk cId="878185406" sldId="260"/>
        </pc:sldMkLst>
        <pc:spChg chg="del">
          <ac:chgData name="TEIFEL, MARY" userId="S::mteifel@student.cnm.edu::c870a911-5521-4155-87f8-8c02c478556e" providerId="AD" clId="Web-{00000000-0000-0000-0000-000000000000}" dt="2026-10-20T15:51:51.344" v="6"/>
          <ac:spMkLst>
            <pc:docMk/>
            <pc:sldMk cId="878185406" sldId="260"/>
            <ac:spMk id="2" creationId="{059FB97C-93EA-4E44-8DB6-DCC705B7399C}"/>
          </ac:spMkLst>
        </pc:spChg>
        <pc:spChg chg="mod">
          <ac:chgData name="TEIFEL, MARY" userId="S::mteifel@student.cnm.edu::c870a911-5521-4155-87f8-8c02c478556e" providerId="AD" clId="Web-{00000000-0000-0000-0000-000000000000}" dt="2026-10-20T16:06:31.051" v="24" actId="20577"/>
          <ac:spMkLst>
            <pc:docMk/>
            <pc:sldMk cId="878185406" sldId="260"/>
            <ac:spMk id="4" creationId="{150ACA88-20D5-4FC9-84D8-F1D01A27B5E6}"/>
          </ac:spMkLst>
        </pc:spChg>
      </pc:sldChg>
      <pc:sldChg chg="delSp">
        <pc:chgData name="TEIFEL, MARY" userId="S::mteifel@student.cnm.edu::c870a911-5521-4155-87f8-8c02c478556e" providerId="AD" clId="Web-{00000000-0000-0000-0000-000000000000}" dt="2026-10-20T15:51:55.219" v="7"/>
        <pc:sldMkLst>
          <pc:docMk/>
          <pc:sldMk cId="811807480" sldId="261"/>
        </pc:sldMkLst>
        <pc:spChg chg="del">
          <ac:chgData name="TEIFEL, MARY" userId="S::mteifel@student.cnm.edu::c870a911-5521-4155-87f8-8c02c478556e" providerId="AD" clId="Web-{00000000-0000-0000-0000-000000000000}" dt="2026-10-20T15:51:55.219" v="7"/>
          <ac:spMkLst>
            <pc:docMk/>
            <pc:sldMk cId="811807480" sldId="261"/>
            <ac:spMk id="2" creationId="{5F5D4C6D-800B-4BEB-91EB-F3F39AC5F4C7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2:04.047" v="9" actId="20577"/>
        <pc:sldMkLst>
          <pc:docMk/>
          <pc:sldMk cId="250173717" sldId="262"/>
        </pc:sldMkLst>
        <pc:spChg chg="mod">
          <ac:chgData name="TEIFEL, MARY" userId="S::mteifel@student.cnm.edu::c870a911-5521-4155-87f8-8c02c478556e" providerId="AD" clId="Web-{00000000-0000-0000-0000-000000000000}" dt="2026-10-20T15:52:04.047" v="9" actId="20577"/>
          <ac:spMkLst>
            <pc:docMk/>
            <pc:sldMk cId="250173717" sldId="262"/>
            <ac:spMk id="2" creationId="{7D98882E-7855-40D3-A82D-9B4428CCA1ED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2:10.328" v="11" actId="20577"/>
        <pc:sldMkLst>
          <pc:docMk/>
          <pc:sldMk cId="148643692" sldId="263"/>
        </pc:sldMkLst>
        <pc:spChg chg="mod">
          <ac:chgData name="TEIFEL, MARY" userId="S::mteifel@student.cnm.edu::c870a911-5521-4155-87f8-8c02c478556e" providerId="AD" clId="Web-{00000000-0000-0000-0000-000000000000}" dt="2026-10-20T15:52:10.328" v="11" actId="20577"/>
          <ac:spMkLst>
            <pc:docMk/>
            <pc:sldMk cId="148643692" sldId="263"/>
            <ac:spMk id="2" creationId="{94757E69-9437-46D0-9551-C70E0F0E5356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2:17.359" v="13" actId="20577"/>
        <pc:sldMkLst>
          <pc:docMk/>
          <pc:sldMk cId="835442543" sldId="264"/>
        </pc:sldMkLst>
        <pc:spChg chg="mod">
          <ac:chgData name="TEIFEL, MARY" userId="S::mteifel@student.cnm.edu::c870a911-5521-4155-87f8-8c02c478556e" providerId="AD" clId="Web-{00000000-0000-0000-0000-000000000000}" dt="2026-10-20T15:52:17.359" v="13" actId="20577"/>
          <ac:spMkLst>
            <pc:docMk/>
            <pc:sldMk cId="835442543" sldId="264"/>
            <ac:spMk id="2" creationId="{67E4B30C-9E91-4C79-A0D6-2A52949EA98B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2:21.656" v="14" actId="20577"/>
        <pc:sldMkLst>
          <pc:docMk/>
          <pc:sldMk cId="1892619922" sldId="265"/>
        </pc:sldMkLst>
        <pc:spChg chg="mod">
          <ac:chgData name="TEIFEL, MARY" userId="S::mteifel@student.cnm.edu::c870a911-5521-4155-87f8-8c02c478556e" providerId="AD" clId="Web-{00000000-0000-0000-0000-000000000000}" dt="2026-10-20T15:52:21.656" v="14" actId="20577"/>
          <ac:spMkLst>
            <pc:docMk/>
            <pc:sldMk cId="1892619922" sldId="265"/>
            <ac:spMk id="2" creationId="{02327C2D-7281-4106-83F0-5A50B280243E}"/>
          </ac:spMkLst>
        </pc:spChg>
      </pc:sldChg>
      <pc:sldChg chg="modSp">
        <pc:chgData name="TEIFEL, MARY" userId="S::mteifel@student.cnm.edu::c870a911-5521-4155-87f8-8c02c478556e" providerId="AD" clId="Web-{00000000-0000-0000-0000-000000000000}" dt="2026-10-20T15:52:32.016" v="15" actId="20577"/>
        <pc:sldMkLst>
          <pc:docMk/>
          <pc:sldMk cId="1414441769" sldId="266"/>
        </pc:sldMkLst>
        <pc:spChg chg="mod">
          <ac:chgData name="TEIFEL, MARY" userId="S::mteifel@student.cnm.edu::c870a911-5521-4155-87f8-8c02c478556e" providerId="AD" clId="Web-{00000000-0000-0000-0000-000000000000}" dt="2026-10-20T15:52:32.016" v="15" actId="20577"/>
          <ac:spMkLst>
            <pc:docMk/>
            <pc:sldMk cId="1414441769" sldId="266"/>
            <ac:spMk id="2" creationId="{65E6EDE2-1E21-4120-8BF1-A6E5610BB086}"/>
          </ac:spMkLst>
        </pc:spChg>
      </pc:sldChg>
      <pc:sldChg chg="addSp modSp">
        <pc:chgData name="TEIFEL, MARY" userId="S::mteifel@student.cnm.edu::c870a911-5521-4155-87f8-8c02c478556e" providerId="AD" clId="Web-{00000000-0000-0000-0000-000000000000}" dt="2026-10-20T16:12:01.862" v="29" actId="1076"/>
        <pc:sldMkLst>
          <pc:docMk/>
          <pc:sldMk cId="1400900077" sldId="267"/>
        </pc:sldMkLst>
        <pc:spChg chg="mod">
          <ac:chgData name="TEIFEL, MARY" userId="S::mteifel@student.cnm.edu::c870a911-5521-4155-87f8-8c02c478556e" providerId="AD" clId="Web-{00000000-0000-0000-0000-000000000000}" dt="2026-10-20T15:52:43.313" v="17" actId="20577"/>
          <ac:spMkLst>
            <pc:docMk/>
            <pc:sldMk cId="1400900077" sldId="267"/>
            <ac:spMk id="2" creationId="{290DC298-C394-4008-A371-A1C64DADA1FD}"/>
          </ac:spMkLst>
        </pc:spChg>
        <pc:picChg chg="add mod">
          <ac:chgData name="TEIFEL, MARY" userId="S::mteifel@student.cnm.edu::c870a911-5521-4155-87f8-8c02c478556e" providerId="AD" clId="Web-{00000000-0000-0000-0000-000000000000}" dt="2026-10-20T16:12:01.862" v="29" actId="1076"/>
          <ac:picMkLst>
            <pc:docMk/>
            <pc:sldMk cId="1400900077" sldId="267"/>
            <ac:picMk id="9" creationId="{DEB90219-B8D6-1DF0-95B0-43641F2571E6}"/>
          </ac:picMkLst>
        </pc:picChg>
      </pc:sldChg>
      <pc:sldChg chg="modSp">
        <pc:chgData name="TEIFEL, MARY" userId="S::mteifel@student.cnm.edu::c870a911-5521-4155-87f8-8c02c478556e" providerId="AD" clId="Web-{00000000-0000-0000-0000-000000000000}" dt="2026-10-20T15:52:52.844" v="18" actId="20577"/>
        <pc:sldMkLst>
          <pc:docMk/>
          <pc:sldMk cId="1130996104" sldId="268"/>
        </pc:sldMkLst>
        <pc:spChg chg="mod">
          <ac:chgData name="TEIFEL, MARY" userId="S::mteifel@student.cnm.edu::c870a911-5521-4155-87f8-8c02c478556e" providerId="AD" clId="Web-{00000000-0000-0000-0000-000000000000}" dt="2026-10-20T15:52:52.844" v="18" actId="20577"/>
          <ac:spMkLst>
            <pc:docMk/>
            <pc:sldMk cId="1130996104" sldId="268"/>
            <ac:spMk id="2" creationId="{F2467EB1-E2AE-48E0-A85B-568059414455}"/>
          </ac:spMkLst>
        </pc:spChg>
      </pc:sldChg>
    </pc:docChg>
  </pc:docChgLst>
  <pc:docChgLst>
    <pc:chgData name="LETIECQ, LILLIAN" userId="561c0de8-f348-490b-b3e7-a09ccfb7bf9a" providerId="ADAL" clId="{5317C3AB-4364-51D1-AD8C-16D6E25E844D}"/>
    <pc:docChg chg="undo custSel mod addSld modSld">
      <pc:chgData name="LETIECQ, LILLIAN" userId="561c0de8-f348-490b-b3e7-a09ccfb7bf9a" providerId="ADAL" clId="{5317C3AB-4364-51D1-AD8C-16D6E25E844D}" dt="2026-10-20T16:56:55.964" v="1124" actId="14100"/>
      <pc:docMkLst>
        <pc:docMk/>
      </pc:docMkLst>
      <pc:sldChg chg="modSp mod">
        <pc:chgData name="LETIECQ, LILLIAN" userId="561c0de8-f348-490b-b3e7-a09ccfb7bf9a" providerId="ADAL" clId="{5317C3AB-4364-51D1-AD8C-16D6E25E844D}" dt="2026-10-20T15:46:24.121" v="248" actId="14861"/>
        <pc:sldMkLst>
          <pc:docMk/>
          <pc:sldMk cId="932055556" sldId="256"/>
        </pc:sldMkLst>
        <pc:spChg chg="mod">
          <ac:chgData name="LETIECQ, LILLIAN" userId="561c0de8-f348-490b-b3e7-a09ccfb7bf9a" providerId="ADAL" clId="{5317C3AB-4364-51D1-AD8C-16D6E25E844D}" dt="2026-10-20T15:46:24.121" v="248" actId="14861"/>
          <ac:spMkLst>
            <pc:docMk/>
            <pc:sldMk cId="932055556" sldId="256"/>
            <ac:spMk id="9" creationId="{00E4A573-D5CD-804F-8EB0-01EC5BDDA7F0}"/>
          </ac:spMkLst>
        </pc:spChg>
      </pc:sldChg>
      <pc:sldChg chg="addSp modSp mod">
        <pc:chgData name="LETIECQ, LILLIAN" userId="561c0de8-f348-490b-b3e7-a09ccfb7bf9a" providerId="ADAL" clId="{5317C3AB-4364-51D1-AD8C-16D6E25E844D}" dt="2026-10-20T16:01:20.519" v="933" actId="14861"/>
        <pc:sldMkLst>
          <pc:docMk/>
          <pc:sldMk cId="1628207169" sldId="257"/>
        </pc:sldMkLst>
        <pc:picChg chg="add mod modCrop">
          <ac:chgData name="LETIECQ, LILLIAN" userId="561c0de8-f348-490b-b3e7-a09ccfb7bf9a" providerId="ADAL" clId="{5317C3AB-4364-51D1-AD8C-16D6E25E844D}" dt="2026-10-20T16:01:20.519" v="933" actId="14861"/>
          <ac:picMkLst>
            <pc:docMk/>
            <pc:sldMk cId="1628207169" sldId="257"/>
            <ac:picMk id="14" creationId="{B9DE6209-D359-9834-BE48-66AB38DAF059}"/>
          </ac:picMkLst>
        </pc:picChg>
      </pc:sldChg>
      <pc:sldChg chg="addSp modSp mod">
        <pc:chgData name="LETIECQ, LILLIAN" userId="561c0de8-f348-490b-b3e7-a09ccfb7bf9a" providerId="ADAL" clId="{5317C3AB-4364-51D1-AD8C-16D6E25E844D}" dt="2026-10-20T15:58:35.337" v="454" actId="1076"/>
        <pc:sldMkLst>
          <pc:docMk/>
          <pc:sldMk cId="325488779" sldId="258"/>
        </pc:sldMkLst>
        <pc:picChg chg="add mod">
          <ac:chgData name="LETIECQ, LILLIAN" userId="561c0de8-f348-490b-b3e7-a09ccfb7bf9a" providerId="ADAL" clId="{5317C3AB-4364-51D1-AD8C-16D6E25E844D}" dt="2026-10-20T15:58:35.337" v="454" actId="1076"/>
          <ac:picMkLst>
            <pc:docMk/>
            <pc:sldMk cId="325488779" sldId="258"/>
            <ac:picMk id="10" creationId="{7050FF1F-FD9B-4C25-1AAA-2EB0285DFEBC}"/>
          </ac:picMkLst>
        </pc:picChg>
      </pc:sldChg>
      <pc:sldChg chg="addSp modSp mod">
        <pc:chgData name="LETIECQ, LILLIAN" userId="561c0de8-f348-490b-b3e7-a09ccfb7bf9a" providerId="ADAL" clId="{5317C3AB-4364-51D1-AD8C-16D6E25E844D}" dt="2026-10-20T16:05:10.049" v="995"/>
        <pc:sldMkLst>
          <pc:docMk/>
          <pc:sldMk cId="2024044308" sldId="259"/>
        </pc:sldMkLst>
        <pc:spChg chg="mod">
          <ac:chgData name="LETIECQ, LILLIAN" userId="561c0de8-f348-490b-b3e7-a09ccfb7bf9a" providerId="ADAL" clId="{5317C3AB-4364-51D1-AD8C-16D6E25E844D}" dt="2026-10-20T16:03:19.432" v="935" actId="20577"/>
          <ac:spMkLst>
            <pc:docMk/>
            <pc:sldMk cId="2024044308" sldId="259"/>
            <ac:spMk id="3" creationId="{7A67C44D-DEAB-4B74-A36F-F19104F9DB9A}"/>
          </ac:spMkLst>
        </pc:spChg>
        <pc:picChg chg="add mod modCrop">
          <ac:chgData name="LETIECQ, LILLIAN" userId="561c0de8-f348-490b-b3e7-a09ccfb7bf9a" providerId="ADAL" clId="{5317C3AB-4364-51D1-AD8C-16D6E25E844D}" dt="2026-10-20T16:05:10.049" v="995"/>
          <ac:picMkLst>
            <pc:docMk/>
            <pc:sldMk cId="2024044308" sldId="259"/>
            <ac:picMk id="12" creationId="{DB16D66C-9FD7-20B8-D187-88BAED5DFEF1}"/>
          </ac:picMkLst>
        </pc:picChg>
      </pc:sldChg>
      <pc:sldChg chg="modSp mod">
        <pc:chgData name="LETIECQ, LILLIAN" userId="561c0de8-f348-490b-b3e7-a09ccfb7bf9a" providerId="ADAL" clId="{5317C3AB-4364-51D1-AD8C-16D6E25E844D}" dt="2026-10-20T15:47:46.247" v="251" actId="1076"/>
        <pc:sldMkLst>
          <pc:docMk/>
          <pc:sldMk cId="811807480" sldId="261"/>
        </pc:sldMkLst>
        <pc:spChg chg="mod">
          <ac:chgData name="LETIECQ, LILLIAN" userId="561c0de8-f348-490b-b3e7-a09ccfb7bf9a" providerId="ADAL" clId="{5317C3AB-4364-51D1-AD8C-16D6E25E844D}" dt="2026-10-20T15:34:43.070" v="23" actId="21"/>
          <ac:spMkLst>
            <pc:docMk/>
            <pc:sldMk cId="811807480" sldId="261"/>
            <ac:spMk id="4" creationId="{6F142561-561F-4AA9-9232-211C0B6283AE}"/>
          </ac:spMkLst>
        </pc:spChg>
        <pc:spChg chg="mod">
          <ac:chgData name="LETIECQ, LILLIAN" userId="561c0de8-f348-490b-b3e7-a09ccfb7bf9a" providerId="ADAL" clId="{5317C3AB-4364-51D1-AD8C-16D6E25E844D}" dt="2026-10-20T15:34:30.590" v="19" actId="21"/>
          <ac:spMkLst>
            <pc:docMk/>
            <pc:sldMk cId="811807480" sldId="261"/>
            <ac:spMk id="5" creationId="{4C3B2651-5939-43D3-8014-437BDC5D92F1}"/>
          </ac:spMkLst>
        </pc:spChg>
        <pc:spChg chg="mod">
          <ac:chgData name="LETIECQ, LILLIAN" userId="561c0de8-f348-490b-b3e7-a09ccfb7bf9a" providerId="ADAL" clId="{5317C3AB-4364-51D1-AD8C-16D6E25E844D}" dt="2026-10-20T15:36:28.475" v="39" actId="20577"/>
          <ac:spMkLst>
            <pc:docMk/>
            <pc:sldMk cId="811807480" sldId="261"/>
            <ac:spMk id="6" creationId="{B6EA4545-FFF0-44CB-B7E3-D65C5BD9FB68}"/>
          </ac:spMkLst>
        </pc:spChg>
        <pc:spChg chg="mod">
          <ac:chgData name="LETIECQ, LILLIAN" userId="561c0de8-f348-490b-b3e7-a09ccfb7bf9a" providerId="ADAL" clId="{5317C3AB-4364-51D1-AD8C-16D6E25E844D}" dt="2026-10-20T15:34:18.400" v="15" actId="21"/>
          <ac:spMkLst>
            <pc:docMk/>
            <pc:sldMk cId="811807480" sldId="261"/>
            <ac:spMk id="7" creationId="{9DB06D9B-616C-47EE-A3D8-3D02EB2C6BF8}"/>
          </ac:spMkLst>
        </pc:spChg>
        <pc:spChg chg="mod">
          <ac:chgData name="LETIECQ, LILLIAN" userId="561c0de8-f348-490b-b3e7-a09ccfb7bf9a" providerId="ADAL" clId="{5317C3AB-4364-51D1-AD8C-16D6E25E844D}" dt="2026-10-20T15:39:08.055" v="65" actId="122"/>
          <ac:spMkLst>
            <pc:docMk/>
            <pc:sldMk cId="811807480" sldId="261"/>
            <ac:spMk id="9" creationId="{DBEC6E29-46DC-4F9B-AD72-2312D9CDE49B}"/>
          </ac:spMkLst>
        </pc:spChg>
        <pc:spChg chg="mod">
          <ac:chgData name="LETIECQ, LILLIAN" userId="561c0de8-f348-490b-b3e7-a09ccfb7bf9a" providerId="ADAL" clId="{5317C3AB-4364-51D1-AD8C-16D6E25E844D}" dt="2026-10-20T15:47:46.247" v="251" actId="1076"/>
          <ac:spMkLst>
            <pc:docMk/>
            <pc:sldMk cId="811807480" sldId="261"/>
            <ac:spMk id="12" creationId="{ACA87F26-A5D3-27E1-DAC0-688AD28745F3}"/>
          </ac:spMkLst>
        </pc:spChg>
        <pc:picChg chg="mod modCrop">
          <ac:chgData name="LETIECQ, LILLIAN" userId="561c0de8-f348-490b-b3e7-a09ccfb7bf9a" providerId="ADAL" clId="{5317C3AB-4364-51D1-AD8C-16D6E25E844D}" dt="2026-10-20T15:32:01.042" v="10" actId="1076"/>
          <ac:picMkLst>
            <pc:docMk/>
            <pc:sldMk cId="811807480" sldId="261"/>
            <ac:picMk id="3" creationId="{954BBDEE-B9C2-7445-EA0E-07577A408426}"/>
          </ac:picMkLst>
        </pc:picChg>
        <pc:picChg chg="mod modCrop">
          <ac:chgData name="LETIECQ, LILLIAN" userId="561c0de8-f348-490b-b3e7-a09ccfb7bf9a" providerId="ADAL" clId="{5317C3AB-4364-51D1-AD8C-16D6E25E844D}" dt="2026-10-20T15:34:03.758" v="14" actId="732"/>
          <ac:picMkLst>
            <pc:docMk/>
            <pc:sldMk cId="811807480" sldId="261"/>
            <ac:picMk id="10" creationId="{246BC8E0-9A9E-3815-A143-E13ECC76662B}"/>
          </ac:picMkLst>
        </pc:picChg>
        <pc:picChg chg="mod modCrop">
          <ac:chgData name="LETIECQ, LILLIAN" userId="561c0de8-f348-490b-b3e7-a09ccfb7bf9a" providerId="ADAL" clId="{5317C3AB-4364-51D1-AD8C-16D6E25E844D}" dt="2026-10-20T15:31:57.607" v="9" actId="1076"/>
          <ac:picMkLst>
            <pc:docMk/>
            <pc:sldMk cId="811807480" sldId="261"/>
            <ac:picMk id="11" creationId="{4F003390-C7BF-91F1-F18B-3F317B5966DB}"/>
          </ac:picMkLst>
        </pc:picChg>
      </pc:sldChg>
      <pc:sldChg chg="modSp mod">
        <pc:chgData name="LETIECQ, LILLIAN" userId="561c0de8-f348-490b-b3e7-a09ccfb7bf9a" providerId="ADAL" clId="{5317C3AB-4364-51D1-AD8C-16D6E25E844D}" dt="2026-10-20T15:39:13.629" v="66" actId="20577"/>
        <pc:sldMkLst>
          <pc:docMk/>
          <pc:sldMk cId="250173717" sldId="262"/>
        </pc:sldMkLst>
        <pc:spChg chg="mod">
          <ac:chgData name="LETIECQ, LILLIAN" userId="561c0de8-f348-490b-b3e7-a09ccfb7bf9a" providerId="ADAL" clId="{5317C3AB-4364-51D1-AD8C-16D6E25E844D}" dt="2026-10-20T15:37:34.970" v="45" actId="1076"/>
          <ac:spMkLst>
            <pc:docMk/>
            <pc:sldMk cId="250173717" sldId="262"/>
            <ac:spMk id="4" creationId="{362CF4C9-86C9-4407-B131-1BFBF0D7C5E4}"/>
          </ac:spMkLst>
        </pc:spChg>
        <pc:spChg chg="mod">
          <ac:chgData name="LETIECQ, LILLIAN" userId="561c0de8-f348-490b-b3e7-a09ccfb7bf9a" providerId="ADAL" clId="{5317C3AB-4364-51D1-AD8C-16D6E25E844D}" dt="2026-10-20T15:37:02.788" v="41" actId="1076"/>
          <ac:spMkLst>
            <pc:docMk/>
            <pc:sldMk cId="250173717" sldId="262"/>
            <ac:spMk id="5" creationId="{C68BE487-D808-47B7-A401-C401BDDE1D0C}"/>
          </ac:spMkLst>
        </pc:spChg>
        <pc:spChg chg="mod">
          <ac:chgData name="LETIECQ, LILLIAN" userId="561c0de8-f348-490b-b3e7-a09ccfb7bf9a" providerId="ADAL" clId="{5317C3AB-4364-51D1-AD8C-16D6E25E844D}" dt="2026-10-20T15:37:26.605" v="44" actId="1076"/>
          <ac:spMkLst>
            <pc:docMk/>
            <pc:sldMk cId="250173717" sldId="262"/>
            <ac:spMk id="6" creationId="{751EA0E7-2E23-4D02-92DF-39C5EFE2C061}"/>
          </ac:spMkLst>
        </pc:spChg>
        <pc:spChg chg="mod">
          <ac:chgData name="LETIECQ, LILLIAN" userId="561c0de8-f348-490b-b3e7-a09ccfb7bf9a" providerId="ADAL" clId="{5317C3AB-4364-51D1-AD8C-16D6E25E844D}" dt="2026-10-20T15:37:57.899" v="51" actId="12"/>
          <ac:spMkLst>
            <pc:docMk/>
            <pc:sldMk cId="250173717" sldId="262"/>
            <ac:spMk id="7" creationId="{2AE739CE-6188-4EE9-B7B3-8A48AEEFD5DF}"/>
          </ac:spMkLst>
        </pc:spChg>
        <pc:spChg chg="mod">
          <ac:chgData name="LETIECQ, LILLIAN" userId="561c0de8-f348-490b-b3e7-a09ccfb7bf9a" providerId="ADAL" clId="{5317C3AB-4364-51D1-AD8C-16D6E25E844D}" dt="2026-10-20T15:37:45.655" v="46" actId="21"/>
          <ac:spMkLst>
            <pc:docMk/>
            <pc:sldMk cId="250173717" sldId="262"/>
            <ac:spMk id="8" creationId="{8D7D497B-FCB0-498D-AC88-EBB6595EE40E}"/>
          </ac:spMkLst>
        </pc:spChg>
        <pc:spChg chg="mod">
          <ac:chgData name="LETIECQ, LILLIAN" userId="561c0de8-f348-490b-b3e7-a09ccfb7bf9a" providerId="ADAL" clId="{5317C3AB-4364-51D1-AD8C-16D6E25E844D}" dt="2026-10-20T15:38:08.270" v="52" actId="1076"/>
          <ac:spMkLst>
            <pc:docMk/>
            <pc:sldMk cId="250173717" sldId="262"/>
            <ac:spMk id="9" creationId="{C7CBE87B-0FA9-4386-A44D-B7956E15B6B4}"/>
          </ac:spMkLst>
        </pc:spChg>
        <pc:spChg chg="mod">
          <ac:chgData name="LETIECQ, LILLIAN" userId="561c0de8-f348-490b-b3e7-a09ccfb7bf9a" providerId="ADAL" clId="{5317C3AB-4364-51D1-AD8C-16D6E25E844D}" dt="2026-10-20T15:39:13.629" v="66" actId="20577"/>
          <ac:spMkLst>
            <pc:docMk/>
            <pc:sldMk cId="250173717" sldId="262"/>
            <ac:spMk id="10" creationId="{0CE2B5F8-9015-4562-A86E-2167C3C6B89A}"/>
          </ac:spMkLst>
        </pc:spChg>
        <pc:picChg chg="mod">
          <ac:chgData name="LETIECQ, LILLIAN" userId="561c0de8-f348-490b-b3e7-a09ccfb7bf9a" providerId="ADAL" clId="{5317C3AB-4364-51D1-AD8C-16D6E25E844D}" dt="2026-10-20T15:36:45.374" v="40" actId="1076"/>
          <ac:picMkLst>
            <pc:docMk/>
            <pc:sldMk cId="250173717" sldId="262"/>
            <ac:picMk id="11" creationId="{49FB3226-0A4D-5A61-A0D5-EE01073F0729}"/>
          </ac:picMkLst>
        </pc:picChg>
      </pc:sldChg>
      <pc:sldChg chg="modSp mod">
        <pc:chgData name="LETIECQ, LILLIAN" userId="561c0de8-f348-490b-b3e7-a09ccfb7bf9a" providerId="ADAL" clId="{5317C3AB-4364-51D1-AD8C-16D6E25E844D}" dt="2026-10-20T15:38:59.825" v="62" actId="122"/>
        <pc:sldMkLst>
          <pc:docMk/>
          <pc:sldMk cId="148643692" sldId="263"/>
        </pc:sldMkLst>
        <pc:spChg chg="mod">
          <ac:chgData name="LETIECQ, LILLIAN" userId="561c0de8-f348-490b-b3e7-a09ccfb7bf9a" providerId="ADAL" clId="{5317C3AB-4364-51D1-AD8C-16D6E25E844D}" dt="2026-10-20T15:38:59.825" v="62" actId="122"/>
          <ac:spMkLst>
            <pc:docMk/>
            <pc:sldMk cId="148643692" sldId="263"/>
            <ac:spMk id="10" creationId="{FED519C4-9686-4EE9-A19A-B6F20FEE1FC9}"/>
          </ac:spMkLst>
        </pc:spChg>
        <pc:spChg chg="mod">
          <ac:chgData name="LETIECQ, LILLIAN" userId="561c0de8-f348-490b-b3e7-a09ccfb7bf9a" providerId="ADAL" clId="{5317C3AB-4364-51D1-AD8C-16D6E25E844D}" dt="2026-10-20T15:38:55.967" v="61" actId="1076"/>
          <ac:spMkLst>
            <pc:docMk/>
            <pc:sldMk cId="148643692" sldId="263"/>
            <ac:spMk id="11" creationId="{07145EB8-0329-60B6-9B8C-FFDF2DD42036}"/>
          </ac:spMkLst>
        </pc:spChg>
        <pc:picChg chg="mod">
          <ac:chgData name="LETIECQ, LILLIAN" userId="561c0de8-f348-490b-b3e7-a09ccfb7bf9a" providerId="ADAL" clId="{5317C3AB-4364-51D1-AD8C-16D6E25E844D}" dt="2026-10-20T15:38:42.086" v="56" actId="1076"/>
          <ac:picMkLst>
            <pc:docMk/>
            <pc:sldMk cId="148643692" sldId="263"/>
            <ac:picMk id="3" creationId="{7F8978C6-E49C-4197-B9DC-76A85022EA4A}"/>
          </ac:picMkLst>
        </pc:picChg>
        <pc:picChg chg="mod">
          <ac:chgData name="LETIECQ, LILLIAN" userId="561c0de8-f348-490b-b3e7-a09ccfb7bf9a" providerId="ADAL" clId="{5317C3AB-4364-51D1-AD8C-16D6E25E844D}" dt="2026-10-20T15:38:32.320" v="54" actId="1076"/>
          <ac:picMkLst>
            <pc:docMk/>
            <pc:sldMk cId="148643692" sldId="263"/>
            <ac:picMk id="4" creationId="{1DE5A74E-869E-4BE0-A46A-6C0CD9C5C9EE}"/>
          </ac:picMkLst>
        </pc:picChg>
        <pc:picChg chg="mod">
          <ac:chgData name="LETIECQ, LILLIAN" userId="561c0de8-f348-490b-b3e7-a09ccfb7bf9a" providerId="ADAL" clId="{5317C3AB-4364-51D1-AD8C-16D6E25E844D}" dt="2026-10-20T15:38:45.237" v="57" actId="1076"/>
          <ac:picMkLst>
            <pc:docMk/>
            <pc:sldMk cId="148643692" sldId="263"/>
            <ac:picMk id="5" creationId="{E1342048-79DF-44C1-9F54-2D9DF979FBE1}"/>
          </ac:picMkLst>
        </pc:picChg>
      </pc:sldChg>
      <pc:sldChg chg="modSp mod">
        <pc:chgData name="LETIECQ, LILLIAN" userId="561c0de8-f348-490b-b3e7-a09ccfb7bf9a" providerId="ADAL" clId="{5317C3AB-4364-51D1-AD8C-16D6E25E844D}" dt="2026-10-20T16:30:39.417" v="1095" actId="20577"/>
        <pc:sldMkLst>
          <pc:docMk/>
          <pc:sldMk cId="835442543" sldId="264"/>
        </pc:sldMkLst>
        <pc:spChg chg="mod">
          <ac:chgData name="LETIECQ, LILLIAN" userId="561c0de8-f348-490b-b3e7-a09ccfb7bf9a" providerId="ADAL" clId="{5317C3AB-4364-51D1-AD8C-16D6E25E844D}" dt="2026-10-20T15:40:20.178" v="128" actId="1076"/>
          <ac:spMkLst>
            <pc:docMk/>
            <pc:sldMk cId="835442543" sldId="264"/>
            <ac:spMk id="4" creationId="{72247BB1-589B-4132-A4D7-14918C169F25}"/>
          </ac:spMkLst>
        </pc:spChg>
        <pc:spChg chg="mod">
          <ac:chgData name="LETIECQ, LILLIAN" userId="561c0de8-f348-490b-b3e7-a09ccfb7bf9a" providerId="ADAL" clId="{5317C3AB-4364-51D1-AD8C-16D6E25E844D}" dt="2026-10-20T15:40:53.068" v="134" actId="1076"/>
          <ac:spMkLst>
            <pc:docMk/>
            <pc:sldMk cId="835442543" sldId="264"/>
            <ac:spMk id="5" creationId="{5EEDBC3B-8447-4EDD-A521-2538F7F11942}"/>
          </ac:spMkLst>
        </pc:spChg>
        <pc:spChg chg="mod">
          <ac:chgData name="LETIECQ, LILLIAN" userId="561c0de8-f348-490b-b3e7-a09ccfb7bf9a" providerId="ADAL" clId="{5317C3AB-4364-51D1-AD8C-16D6E25E844D}" dt="2026-10-20T15:40:58.402" v="135" actId="1076"/>
          <ac:spMkLst>
            <pc:docMk/>
            <pc:sldMk cId="835442543" sldId="264"/>
            <ac:spMk id="6" creationId="{4EF53B4E-8A32-43CF-95F8-2DD643C1C181}"/>
          </ac:spMkLst>
        </pc:spChg>
        <pc:spChg chg="mod">
          <ac:chgData name="LETIECQ, LILLIAN" userId="561c0de8-f348-490b-b3e7-a09ccfb7bf9a" providerId="ADAL" clId="{5317C3AB-4364-51D1-AD8C-16D6E25E844D}" dt="2026-10-20T16:30:39.417" v="1095" actId="20577"/>
          <ac:spMkLst>
            <pc:docMk/>
            <pc:sldMk cId="835442543" sldId="264"/>
            <ac:spMk id="7" creationId="{58893234-E23D-46A1-AFF2-6AAF942AF882}"/>
          </ac:spMkLst>
        </pc:spChg>
        <pc:spChg chg="mod">
          <ac:chgData name="LETIECQ, LILLIAN" userId="561c0de8-f348-490b-b3e7-a09ccfb7bf9a" providerId="ADAL" clId="{5317C3AB-4364-51D1-AD8C-16D6E25E844D}" dt="2026-10-20T15:41:05.761" v="136" actId="21"/>
          <ac:spMkLst>
            <pc:docMk/>
            <pc:sldMk cId="835442543" sldId="264"/>
            <ac:spMk id="8" creationId="{E11713B7-2AA9-48C5-8ABE-60702A5963DC}"/>
          </ac:spMkLst>
        </pc:spChg>
        <pc:spChg chg="mod">
          <ac:chgData name="LETIECQ, LILLIAN" userId="561c0de8-f348-490b-b3e7-a09ccfb7bf9a" providerId="ADAL" clId="{5317C3AB-4364-51D1-AD8C-16D6E25E844D}" dt="2026-10-20T15:41:23.463" v="141" actId="21"/>
          <ac:spMkLst>
            <pc:docMk/>
            <pc:sldMk cId="835442543" sldId="264"/>
            <ac:spMk id="9" creationId="{701A7C45-C5FC-44DB-A03B-01D550C0FC73}"/>
          </ac:spMkLst>
        </pc:spChg>
        <pc:spChg chg="mod">
          <ac:chgData name="LETIECQ, LILLIAN" userId="561c0de8-f348-490b-b3e7-a09ccfb7bf9a" providerId="ADAL" clId="{5317C3AB-4364-51D1-AD8C-16D6E25E844D}" dt="2026-10-20T15:39:21.588" v="67" actId="122"/>
          <ac:spMkLst>
            <pc:docMk/>
            <pc:sldMk cId="835442543" sldId="264"/>
            <ac:spMk id="10" creationId="{ACAA1D1E-84DF-4C58-9E4E-3A53C24C2AA3}"/>
          </ac:spMkLst>
        </pc:spChg>
        <pc:picChg chg="mod">
          <ac:chgData name="LETIECQ, LILLIAN" userId="561c0de8-f348-490b-b3e7-a09ccfb7bf9a" providerId="ADAL" clId="{5317C3AB-4364-51D1-AD8C-16D6E25E844D}" dt="2026-10-20T15:40:48.102" v="133" actId="1076"/>
          <ac:picMkLst>
            <pc:docMk/>
            <pc:sldMk cId="835442543" sldId="264"/>
            <ac:picMk id="11" creationId="{CFC9C87B-5908-BD7A-5A33-E369E16CC387}"/>
          </ac:picMkLst>
        </pc:picChg>
      </pc:sldChg>
      <pc:sldChg chg="modSp mod">
        <pc:chgData name="LETIECQ, LILLIAN" userId="561c0de8-f348-490b-b3e7-a09ccfb7bf9a" providerId="ADAL" clId="{5317C3AB-4364-51D1-AD8C-16D6E25E844D}" dt="2026-10-20T15:42:01.806" v="149" actId="122"/>
        <pc:sldMkLst>
          <pc:docMk/>
          <pc:sldMk cId="1892619922" sldId="265"/>
        </pc:sldMkLst>
        <pc:spChg chg="mod">
          <ac:chgData name="LETIECQ, LILLIAN" userId="561c0de8-f348-490b-b3e7-a09ccfb7bf9a" providerId="ADAL" clId="{5317C3AB-4364-51D1-AD8C-16D6E25E844D}" dt="2026-10-20T15:42:01.806" v="149" actId="122"/>
          <ac:spMkLst>
            <pc:docMk/>
            <pc:sldMk cId="1892619922" sldId="265"/>
            <ac:spMk id="5" creationId="{C72EF1CB-91EC-4675-B72E-38BAD3F730E2}"/>
          </ac:spMkLst>
        </pc:spChg>
      </pc:sldChg>
      <pc:sldChg chg="modSp mod">
        <pc:chgData name="LETIECQ, LILLIAN" userId="561c0de8-f348-490b-b3e7-a09ccfb7bf9a" providerId="ADAL" clId="{5317C3AB-4364-51D1-AD8C-16D6E25E844D}" dt="2026-10-20T16:33:26.140" v="1105" actId="14100"/>
        <pc:sldMkLst>
          <pc:docMk/>
          <pc:sldMk cId="1414441769" sldId="266"/>
        </pc:sldMkLst>
        <pc:spChg chg="mod">
          <ac:chgData name="LETIECQ, LILLIAN" userId="561c0de8-f348-490b-b3e7-a09ccfb7bf9a" providerId="ADAL" clId="{5317C3AB-4364-51D1-AD8C-16D6E25E844D}" dt="2026-10-20T15:44:33.382" v="202" actId="1076"/>
          <ac:spMkLst>
            <pc:docMk/>
            <pc:sldMk cId="1414441769" sldId="266"/>
            <ac:spMk id="3" creationId="{1850F12D-E742-4038-B998-F065A1DE25FB}"/>
          </ac:spMkLst>
        </pc:spChg>
        <pc:spChg chg="mod">
          <ac:chgData name="LETIECQ, LILLIAN" userId="561c0de8-f348-490b-b3e7-a09ccfb7bf9a" providerId="ADAL" clId="{5317C3AB-4364-51D1-AD8C-16D6E25E844D}" dt="2026-10-20T15:42:55.153" v="156" actId="21"/>
          <ac:spMkLst>
            <pc:docMk/>
            <pc:sldMk cId="1414441769" sldId="266"/>
            <ac:spMk id="4" creationId="{25BA7F07-238F-489E-B7A9-B6578CBB9C78}"/>
          </ac:spMkLst>
        </pc:spChg>
        <pc:spChg chg="mod">
          <ac:chgData name="LETIECQ, LILLIAN" userId="561c0de8-f348-490b-b3e7-a09ccfb7bf9a" providerId="ADAL" clId="{5317C3AB-4364-51D1-AD8C-16D6E25E844D}" dt="2026-10-20T16:33:26.140" v="1105" actId="14100"/>
          <ac:spMkLst>
            <pc:docMk/>
            <pc:sldMk cId="1414441769" sldId="266"/>
            <ac:spMk id="5" creationId="{A5812B51-A11D-4607-B219-C75DB3FB5B24}"/>
          </ac:spMkLst>
        </pc:spChg>
        <pc:spChg chg="mod">
          <ac:chgData name="LETIECQ, LILLIAN" userId="561c0de8-f348-490b-b3e7-a09ccfb7bf9a" providerId="ADAL" clId="{5317C3AB-4364-51D1-AD8C-16D6E25E844D}" dt="2026-10-20T15:42:47.533" v="152" actId="21"/>
          <ac:spMkLst>
            <pc:docMk/>
            <pc:sldMk cId="1414441769" sldId="266"/>
            <ac:spMk id="6" creationId="{39843E97-27FF-4597-B286-C9336A9EAF4C}"/>
          </ac:spMkLst>
        </pc:spChg>
        <pc:spChg chg="mod">
          <ac:chgData name="LETIECQ, LILLIAN" userId="561c0de8-f348-490b-b3e7-a09ccfb7bf9a" providerId="ADAL" clId="{5317C3AB-4364-51D1-AD8C-16D6E25E844D}" dt="2026-10-20T15:44:06.865" v="198" actId="1076"/>
          <ac:spMkLst>
            <pc:docMk/>
            <pc:sldMk cId="1414441769" sldId="266"/>
            <ac:spMk id="7" creationId="{BB13F651-4666-47A9-AD95-5A379C79AA94}"/>
          </ac:spMkLst>
        </pc:spChg>
        <pc:spChg chg="mod">
          <ac:chgData name="LETIECQ, LILLIAN" userId="561c0de8-f348-490b-b3e7-a09ccfb7bf9a" providerId="ADAL" clId="{5317C3AB-4364-51D1-AD8C-16D6E25E844D}" dt="2026-10-20T15:42:33.602" v="150" actId="122"/>
          <ac:spMkLst>
            <pc:docMk/>
            <pc:sldMk cId="1414441769" sldId="266"/>
            <ac:spMk id="8" creationId="{1B48C419-735A-4B0D-BBA3-D05FCCC038B8}"/>
          </ac:spMkLst>
        </pc:spChg>
        <pc:picChg chg="mod">
          <ac:chgData name="LETIECQ, LILLIAN" userId="561c0de8-f348-490b-b3e7-a09ccfb7bf9a" providerId="ADAL" clId="{5317C3AB-4364-51D1-AD8C-16D6E25E844D}" dt="2026-10-20T15:44:26.600" v="201" actId="1076"/>
          <ac:picMkLst>
            <pc:docMk/>
            <pc:sldMk cId="1414441769" sldId="266"/>
            <ac:picMk id="9" creationId="{1739876C-D194-5FA7-976A-DA34C083ED14}"/>
          </ac:picMkLst>
        </pc:picChg>
      </pc:sldChg>
      <pc:sldChg chg="delSp modSp mod">
        <pc:chgData name="LETIECQ, LILLIAN" userId="561c0de8-f348-490b-b3e7-a09ccfb7bf9a" providerId="ADAL" clId="{5317C3AB-4364-51D1-AD8C-16D6E25E844D}" dt="2026-10-20T16:13:11.752" v="1050" actId="1076"/>
        <pc:sldMkLst>
          <pc:docMk/>
          <pc:sldMk cId="1400900077" sldId="267"/>
        </pc:sldMkLst>
        <pc:spChg chg="del">
          <ac:chgData name="LETIECQ, LILLIAN" userId="561c0de8-f348-490b-b3e7-a09ccfb7bf9a" providerId="ADAL" clId="{5317C3AB-4364-51D1-AD8C-16D6E25E844D}" dt="2026-10-20T16:12:53.265" v="1048" actId="478"/>
          <ac:spMkLst>
            <pc:docMk/>
            <pc:sldMk cId="1400900077" sldId="267"/>
            <ac:spMk id="2" creationId="{290DC298-C394-4008-A371-A1C64DADA1FD}"/>
          </ac:spMkLst>
        </pc:spChg>
        <pc:spChg chg="mod">
          <ac:chgData name="LETIECQ, LILLIAN" userId="561c0de8-f348-490b-b3e7-a09ccfb7bf9a" providerId="ADAL" clId="{5317C3AB-4364-51D1-AD8C-16D6E25E844D}" dt="2026-10-20T15:45:41.343" v="219" actId="14100"/>
          <ac:spMkLst>
            <pc:docMk/>
            <pc:sldMk cId="1400900077" sldId="267"/>
            <ac:spMk id="3" creationId="{07DE8E3B-FFF8-4441-99E7-1235FF20FB6E}"/>
          </ac:spMkLst>
        </pc:spChg>
        <pc:spChg chg="mod">
          <ac:chgData name="LETIECQ, LILLIAN" userId="561c0de8-f348-490b-b3e7-a09ccfb7bf9a" providerId="ADAL" clId="{5317C3AB-4364-51D1-AD8C-16D6E25E844D}" dt="2026-10-20T15:44:54.421" v="205" actId="21"/>
          <ac:spMkLst>
            <pc:docMk/>
            <pc:sldMk cId="1400900077" sldId="267"/>
            <ac:spMk id="4" creationId="{9D2A1FB9-D341-443C-A1E4-69E36A93E813}"/>
          </ac:spMkLst>
        </pc:spChg>
        <pc:spChg chg="mod">
          <ac:chgData name="LETIECQ, LILLIAN" userId="561c0de8-f348-490b-b3e7-a09ccfb7bf9a" providerId="ADAL" clId="{5317C3AB-4364-51D1-AD8C-16D6E25E844D}" dt="2026-10-20T15:45:05.249" v="211" actId="21"/>
          <ac:spMkLst>
            <pc:docMk/>
            <pc:sldMk cId="1400900077" sldId="267"/>
            <ac:spMk id="5" creationId="{AF83B6D8-F5A0-45B4-8C79-F309B4C8F0D9}"/>
          </ac:spMkLst>
        </pc:spChg>
        <pc:spChg chg="mod">
          <ac:chgData name="LETIECQ, LILLIAN" userId="561c0de8-f348-490b-b3e7-a09ccfb7bf9a" providerId="ADAL" clId="{5317C3AB-4364-51D1-AD8C-16D6E25E844D}" dt="2026-10-20T15:45:13.137" v="213" actId="21"/>
          <ac:spMkLst>
            <pc:docMk/>
            <pc:sldMk cId="1400900077" sldId="267"/>
            <ac:spMk id="6" creationId="{9A026501-37E6-49A0-9B29-80FFA6AAD600}"/>
          </ac:spMkLst>
        </pc:spChg>
        <pc:spChg chg="mod">
          <ac:chgData name="LETIECQ, LILLIAN" userId="561c0de8-f348-490b-b3e7-a09ccfb7bf9a" providerId="ADAL" clId="{5317C3AB-4364-51D1-AD8C-16D6E25E844D}" dt="2026-10-20T15:44:46.004" v="204" actId="122"/>
          <ac:spMkLst>
            <pc:docMk/>
            <pc:sldMk cId="1400900077" sldId="267"/>
            <ac:spMk id="7" creationId="{E331FFEE-12D0-4A3A-B13E-368E3F26019A}"/>
          </ac:spMkLst>
        </pc:spChg>
        <pc:picChg chg="mod modCrop">
          <ac:chgData name="LETIECQ, LILLIAN" userId="561c0de8-f348-490b-b3e7-a09ccfb7bf9a" providerId="ADAL" clId="{5317C3AB-4364-51D1-AD8C-16D6E25E844D}" dt="2026-10-20T16:13:11.752" v="1050" actId="1076"/>
          <ac:picMkLst>
            <pc:docMk/>
            <pc:sldMk cId="1400900077" sldId="267"/>
            <ac:picMk id="9" creationId="{DEB90219-B8D6-1DF0-95B0-43641F2571E6}"/>
          </ac:picMkLst>
        </pc:picChg>
      </pc:sldChg>
      <pc:sldChg chg="modSp mod">
        <pc:chgData name="LETIECQ, LILLIAN" userId="561c0de8-f348-490b-b3e7-a09ccfb7bf9a" providerId="ADAL" clId="{5317C3AB-4364-51D1-AD8C-16D6E25E844D}" dt="2026-10-20T16:06:06.177" v="1012" actId="20577"/>
        <pc:sldMkLst>
          <pc:docMk/>
          <pc:sldMk cId="1130996104" sldId="268"/>
        </pc:sldMkLst>
        <pc:spChg chg="mod">
          <ac:chgData name="LETIECQ, LILLIAN" userId="561c0de8-f348-490b-b3e7-a09ccfb7bf9a" providerId="ADAL" clId="{5317C3AB-4364-51D1-AD8C-16D6E25E844D}" dt="2026-10-20T16:06:06.177" v="1012" actId="20577"/>
          <ac:spMkLst>
            <pc:docMk/>
            <pc:sldMk cId="1130996104" sldId="268"/>
            <ac:spMk id="5" creationId="{B9B75C67-89DC-485A-BD23-8AA2EEDA6C9B}"/>
          </ac:spMkLst>
        </pc:spChg>
      </pc:sldChg>
      <pc:sldChg chg="addSp modSp new mod">
        <pc:chgData name="LETIECQ, LILLIAN" userId="561c0de8-f348-490b-b3e7-a09ccfb7bf9a" providerId="ADAL" clId="{5317C3AB-4364-51D1-AD8C-16D6E25E844D}" dt="2026-10-20T15:50:28.247" v="333" actId="1076"/>
        <pc:sldMkLst>
          <pc:docMk/>
          <pc:sldMk cId="459169427" sldId="269"/>
        </pc:sldMkLst>
        <pc:spChg chg="add mod">
          <ac:chgData name="LETIECQ, LILLIAN" userId="561c0de8-f348-490b-b3e7-a09ccfb7bf9a" providerId="ADAL" clId="{5317C3AB-4364-51D1-AD8C-16D6E25E844D}" dt="2026-10-20T15:50:12.684" v="330" actId="20577"/>
          <ac:spMkLst>
            <pc:docMk/>
            <pc:sldMk cId="459169427" sldId="269"/>
            <ac:spMk id="2" creationId="{6FEF3AF8-E9F3-437D-01F8-E6F292C91926}"/>
          </ac:spMkLst>
        </pc:spChg>
        <pc:picChg chg="add mod">
          <ac:chgData name="LETIECQ, LILLIAN" userId="561c0de8-f348-490b-b3e7-a09ccfb7bf9a" providerId="ADAL" clId="{5317C3AB-4364-51D1-AD8C-16D6E25E844D}" dt="2026-10-20T15:50:28.247" v="333" actId="1076"/>
          <ac:picMkLst>
            <pc:docMk/>
            <pc:sldMk cId="459169427" sldId="269"/>
            <ac:picMk id="4" creationId="{81131137-CAA6-CEFD-EE91-01B158E31425}"/>
          </ac:picMkLst>
        </pc:picChg>
      </pc:sldChg>
      <pc:sldChg chg="addSp modSp new mod">
        <pc:chgData name="LETIECQ, LILLIAN" userId="561c0de8-f348-490b-b3e7-a09ccfb7bf9a" providerId="ADAL" clId="{5317C3AB-4364-51D1-AD8C-16D6E25E844D}" dt="2026-10-20T15:51:24.309" v="349" actId="1076"/>
        <pc:sldMkLst>
          <pc:docMk/>
          <pc:sldMk cId="1522566758" sldId="270"/>
        </pc:sldMkLst>
        <pc:spChg chg="add mod">
          <ac:chgData name="LETIECQ, LILLIAN" userId="561c0de8-f348-490b-b3e7-a09ccfb7bf9a" providerId="ADAL" clId="{5317C3AB-4364-51D1-AD8C-16D6E25E844D}" dt="2026-10-20T15:50:52.079" v="342" actId="20577"/>
          <ac:spMkLst>
            <pc:docMk/>
            <pc:sldMk cId="1522566758" sldId="270"/>
            <ac:spMk id="2" creationId="{E4FB989B-F3FA-7A02-821B-6AF88197528F}"/>
          </ac:spMkLst>
        </pc:spChg>
        <pc:picChg chg="add mod">
          <ac:chgData name="LETIECQ, LILLIAN" userId="561c0de8-f348-490b-b3e7-a09ccfb7bf9a" providerId="ADAL" clId="{5317C3AB-4364-51D1-AD8C-16D6E25E844D}" dt="2026-10-20T15:51:24.309" v="349" actId="1076"/>
          <ac:picMkLst>
            <pc:docMk/>
            <pc:sldMk cId="1522566758" sldId="270"/>
            <ac:picMk id="4" creationId="{4F805996-DAAB-A8D6-1CBA-4EDFA622E7F5}"/>
          </ac:picMkLst>
        </pc:picChg>
      </pc:sldChg>
      <pc:sldChg chg="addSp modSp new mod">
        <pc:chgData name="LETIECQ, LILLIAN" userId="561c0de8-f348-490b-b3e7-a09ccfb7bf9a" providerId="ADAL" clId="{5317C3AB-4364-51D1-AD8C-16D6E25E844D}" dt="2026-10-20T15:52:20.108" v="369" actId="1076"/>
        <pc:sldMkLst>
          <pc:docMk/>
          <pc:sldMk cId="130639277" sldId="271"/>
        </pc:sldMkLst>
        <pc:spChg chg="add mod">
          <ac:chgData name="LETIECQ, LILLIAN" userId="561c0de8-f348-490b-b3e7-a09ccfb7bf9a" providerId="ADAL" clId="{5317C3AB-4364-51D1-AD8C-16D6E25E844D}" dt="2026-10-20T15:51:40.856" v="364" actId="20577"/>
          <ac:spMkLst>
            <pc:docMk/>
            <pc:sldMk cId="130639277" sldId="271"/>
            <ac:spMk id="2" creationId="{4F89E782-D103-7852-384F-9643DC0AF1DE}"/>
          </ac:spMkLst>
        </pc:spChg>
        <pc:picChg chg="add mod">
          <ac:chgData name="LETIECQ, LILLIAN" userId="561c0de8-f348-490b-b3e7-a09ccfb7bf9a" providerId="ADAL" clId="{5317C3AB-4364-51D1-AD8C-16D6E25E844D}" dt="2026-10-20T15:52:20.108" v="369" actId="1076"/>
          <ac:picMkLst>
            <pc:docMk/>
            <pc:sldMk cId="130639277" sldId="271"/>
            <ac:picMk id="4" creationId="{713F8B72-CD78-8D17-2293-F6ABF3C13E68}"/>
          </ac:picMkLst>
        </pc:picChg>
      </pc:sldChg>
      <pc:sldChg chg="addSp modSp new mod">
        <pc:chgData name="LETIECQ, LILLIAN" userId="561c0de8-f348-490b-b3e7-a09ccfb7bf9a" providerId="ADAL" clId="{5317C3AB-4364-51D1-AD8C-16D6E25E844D}" dt="2026-10-20T15:54:32.492" v="433" actId="1076"/>
        <pc:sldMkLst>
          <pc:docMk/>
          <pc:sldMk cId="949344832" sldId="272"/>
        </pc:sldMkLst>
        <pc:spChg chg="add mod">
          <ac:chgData name="LETIECQ, LILLIAN" userId="561c0de8-f348-490b-b3e7-a09ccfb7bf9a" providerId="ADAL" clId="{5317C3AB-4364-51D1-AD8C-16D6E25E844D}" dt="2026-10-20T15:53:28.472" v="425" actId="20577"/>
          <ac:spMkLst>
            <pc:docMk/>
            <pc:sldMk cId="949344832" sldId="272"/>
            <ac:spMk id="2" creationId="{1DB18E1C-3736-A801-0353-5D1880B3E595}"/>
          </ac:spMkLst>
        </pc:spChg>
        <pc:spChg chg="add mod">
          <ac:chgData name="LETIECQ, LILLIAN" userId="561c0de8-f348-490b-b3e7-a09ccfb7bf9a" providerId="ADAL" clId="{5317C3AB-4364-51D1-AD8C-16D6E25E844D}" dt="2026-10-20T15:53:04.880" v="372"/>
          <ac:spMkLst>
            <pc:docMk/>
            <pc:sldMk cId="949344832" sldId="272"/>
            <ac:spMk id="3" creationId="{EA267209-A65A-AA56-B2F2-42D2CF4C6AFA}"/>
          </ac:spMkLst>
        </pc:spChg>
        <pc:picChg chg="add mod">
          <ac:chgData name="LETIECQ, LILLIAN" userId="561c0de8-f348-490b-b3e7-a09ccfb7bf9a" providerId="ADAL" clId="{5317C3AB-4364-51D1-AD8C-16D6E25E844D}" dt="2026-10-20T15:54:32.492" v="433" actId="1076"/>
          <ac:picMkLst>
            <pc:docMk/>
            <pc:sldMk cId="949344832" sldId="272"/>
            <ac:picMk id="5" creationId="{8540B8C1-A57E-0568-DFB7-760602857607}"/>
          </ac:picMkLst>
        </pc:picChg>
      </pc:sldChg>
      <pc:sldChg chg="addSp delSp modSp new mod">
        <pc:chgData name="LETIECQ, LILLIAN" userId="561c0de8-f348-490b-b3e7-a09ccfb7bf9a" providerId="ADAL" clId="{5317C3AB-4364-51D1-AD8C-16D6E25E844D}" dt="2026-10-20T15:55:42.806" v="449" actId="1076"/>
        <pc:sldMkLst>
          <pc:docMk/>
          <pc:sldMk cId="1378219922" sldId="273"/>
        </pc:sldMkLst>
        <pc:spChg chg="add del">
          <ac:chgData name="LETIECQ, LILLIAN" userId="561c0de8-f348-490b-b3e7-a09ccfb7bf9a" providerId="ADAL" clId="{5317C3AB-4364-51D1-AD8C-16D6E25E844D}" dt="2026-10-20T15:54:46.511" v="436" actId="22"/>
          <ac:spMkLst>
            <pc:docMk/>
            <pc:sldMk cId="1378219922" sldId="273"/>
            <ac:spMk id="3" creationId="{01D6520D-587E-5939-7970-F7CA69313503}"/>
          </ac:spMkLst>
        </pc:spChg>
        <pc:spChg chg="add mod">
          <ac:chgData name="LETIECQ, LILLIAN" userId="561c0de8-f348-490b-b3e7-a09ccfb7bf9a" providerId="ADAL" clId="{5317C3AB-4364-51D1-AD8C-16D6E25E844D}" dt="2026-10-20T15:54:57.606" v="444" actId="20577"/>
          <ac:spMkLst>
            <pc:docMk/>
            <pc:sldMk cId="1378219922" sldId="273"/>
            <ac:spMk id="4" creationId="{0C4B45B0-1B81-D810-D614-EE6D66FC81CB}"/>
          </ac:spMkLst>
        </pc:spChg>
        <pc:picChg chg="add mod">
          <ac:chgData name="LETIECQ, LILLIAN" userId="561c0de8-f348-490b-b3e7-a09ccfb7bf9a" providerId="ADAL" clId="{5317C3AB-4364-51D1-AD8C-16D6E25E844D}" dt="2026-10-20T15:55:42.806" v="449" actId="1076"/>
          <ac:picMkLst>
            <pc:docMk/>
            <pc:sldMk cId="1378219922" sldId="273"/>
            <ac:picMk id="6" creationId="{0BC2740E-8755-67DA-5211-F9BDEC655588}"/>
          </ac:picMkLst>
        </pc:picChg>
      </pc:sldChg>
      <pc:sldChg chg="addSp modSp mod">
        <pc:chgData name="LETIECQ, LILLIAN" userId="561c0de8-f348-490b-b3e7-a09ccfb7bf9a" providerId="ADAL" clId="{5317C3AB-4364-51D1-AD8C-16D6E25E844D}" dt="2026-10-20T16:56:55.964" v="1124" actId="14100"/>
        <pc:sldMkLst>
          <pc:docMk/>
          <pc:sldMk cId="4180154390" sldId="274"/>
        </pc:sldMkLst>
        <pc:picChg chg="add mod">
          <ac:chgData name="LETIECQ, LILLIAN" userId="561c0de8-f348-490b-b3e7-a09ccfb7bf9a" providerId="ADAL" clId="{5317C3AB-4364-51D1-AD8C-16D6E25E844D}" dt="2026-10-20T16:56:18.595" v="1117" actId="14100"/>
          <ac:picMkLst>
            <pc:docMk/>
            <pc:sldMk cId="4180154390" sldId="274"/>
            <ac:picMk id="6" creationId="{38E0257E-1B7B-8E53-7872-BA57D6AA0B78}"/>
          </ac:picMkLst>
        </pc:picChg>
        <pc:picChg chg="add mod modCrop">
          <ac:chgData name="LETIECQ, LILLIAN" userId="561c0de8-f348-490b-b3e7-a09ccfb7bf9a" providerId="ADAL" clId="{5317C3AB-4364-51D1-AD8C-16D6E25E844D}" dt="2026-10-20T16:56:55.964" v="1124" actId="14100"/>
          <ac:picMkLst>
            <pc:docMk/>
            <pc:sldMk cId="4180154390" sldId="274"/>
            <ac:picMk id="8" creationId="{BF4025AC-1A8A-25D7-DC7B-8F827D5657A1}"/>
          </ac:picMkLst>
        </pc:picChg>
      </pc:sldChg>
    </pc:docChg>
  </pc:docChgLst>
  <pc:docChgLst>
    <pc:chgData name="TEIFEL, MARY" userId="S::mteifel@student.cnm.edu::c870a911-5521-4155-87f8-8c02c478556e" providerId="AD" clId="Web-{85CD9499-11E6-21BB-B05B-41F46F8E967E}"/>
    <pc:docChg chg="addSld modSld">
      <pc:chgData name="TEIFEL, MARY" userId="S::mteifel@student.cnm.edu::c870a911-5521-4155-87f8-8c02c478556e" providerId="AD" clId="Web-{85CD9499-11E6-21BB-B05B-41F46F8E967E}" dt="2026-10-20T16:54:38.674" v="180" actId="1076"/>
      <pc:docMkLst>
        <pc:docMk/>
      </pc:docMkLst>
      <pc:sldChg chg="addSp modSp new">
        <pc:chgData name="TEIFEL, MARY" userId="S::mteifel@student.cnm.edu::c870a911-5521-4155-87f8-8c02c478556e" providerId="AD" clId="Web-{85CD9499-11E6-21BB-B05B-41F46F8E967E}" dt="2026-10-20T16:54:38.674" v="180" actId="1076"/>
        <pc:sldMkLst>
          <pc:docMk/>
          <pc:sldMk cId="4180154390" sldId="274"/>
        </pc:sldMkLst>
        <pc:spChg chg="add mod">
          <ac:chgData name="TEIFEL, MARY" userId="S::mteifel@student.cnm.edu::c870a911-5521-4155-87f8-8c02c478556e" providerId="AD" clId="Web-{85CD9499-11E6-21BB-B05B-41F46F8E967E}" dt="2026-10-20T16:48:59.689" v="6" actId="1076"/>
          <ac:spMkLst>
            <pc:docMk/>
            <pc:sldMk cId="4180154390" sldId="274"/>
            <ac:spMk id="3" creationId="{4527CFCE-F2EB-E4C9-4B7C-FC3C7F9F298B}"/>
          </ac:spMkLst>
        </pc:spChg>
        <pc:spChg chg="add mod">
          <ac:chgData name="TEIFEL, MARY" userId="S::mteifel@student.cnm.edu::c870a911-5521-4155-87f8-8c02c478556e" providerId="AD" clId="Web-{85CD9499-11E6-21BB-B05B-41F46F8E967E}" dt="2026-10-20T16:52:12.799" v="167" actId="20577"/>
          <ac:spMkLst>
            <pc:docMk/>
            <pc:sldMk cId="4180154390" sldId="274"/>
            <ac:spMk id="4" creationId="{014BC9A8-EB01-0573-67C5-311CC0C9E8DA}"/>
          </ac:spMkLst>
        </pc:spChg>
        <pc:spChg chg="add mod">
          <ac:chgData name="TEIFEL, MARY" userId="S::mteifel@student.cnm.edu::c870a911-5521-4155-87f8-8c02c478556e" providerId="AD" clId="Web-{85CD9499-11E6-21BB-B05B-41F46F8E967E}" dt="2026-10-20T16:54:38.674" v="180" actId="1076"/>
          <ac:spMkLst>
            <pc:docMk/>
            <pc:sldMk cId="4180154390" sldId="274"/>
            <ac:spMk id="5" creationId="{9892BC0B-14E7-DC75-9A4A-6A4F697240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DD957F-AF8A-49AE-847A-8D2DACA4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1BC1DFE-A784-42B2-8492-82A7CB459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EF0BA91-33C1-452F-92E6-88E5C022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A6AEA0-7B6F-421C-93C0-0D81D9C3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2576172-B999-4D18-BE15-424BACDD9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CC86840-6F56-4CD3-99E4-0375C2BA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C2F9F2-7CDD-45D9-85A1-2BED977A8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F622B9F-F74C-4021-AAAE-C52B53D4B7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3F9330D-B832-4E44-82D2-98C5B58B0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0899DE8-3723-4D6D-9EF0-F6B4DBE6D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E4A573-D5CD-804F-8EB0-01EC5BDDA7F0}"/>
              </a:ext>
            </a:extLst>
          </p:cNvPr>
          <p:cNvSpPr/>
          <p:nvPr/>
        </p:nvSpPr>
        <p:spPr>
          <a:xfrm>
            <a:off x="5631473" y="373673"/>
            <a:ext cx="5451231" cy="61223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294993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E280B-6D30-4881-B824-96D815429F9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Wrench-a-Roni</a:t>
            </a:r>
            <a:endParaRPr sz="3300" b="1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DC6EC-EAFC-48CF-856B-5543C7B54496}"/>
              </a:ext>
            </a:extLst>
          </p:cNvPr>
          <p:cNvSpPr>
            <a:spLocks noGrp="1"/>
          </p:cNvSpPr>
          <p:nvPr/>
        </p:nvSpPr>
        <p:spPr>
          <a:xfrm>
            <a:off x="609600" y="1338262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7465D"/>
                </a:solidFill>
                <a:latin typeface="Arial"/>
                <a:ea typeface="Arial"/>
                <a:cs typeface="Arial"/>
              </a:rPr>
              <a:t>Custom wrench design and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E96ACF-509E-4CCE-89D4-6C33B1D2EBB1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5905500" cy="152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sz="2150"/>
              <a:t>Michele Haugh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Lillian </a:t>
            </a:r>
            <a:r>
              <a:rPr sz="2150" b="0" err="1">
                <a:solidFill>
                  <a:srgbClr val="252433"/>
                </a:solidFill>
                <a:latin typeface="Arial"/>
                <a:ea typeface="Arial"/>
                <a:cs typeface="Arial"/>
              </a:rPr>
              <a:t>Letiecq</a:t>
            </a:r>
            <a:endParaRPr/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sz="2150"/>
              <a:t>Mary Teifel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5DB96-A8C7-4715-8013-F185F404D44F}"/>
              </a:ext>
            </a:extLst>
          </p:cNvPr>
          <p:cNvSpPr>
            <a:spLocks noGrp="1"/>
          </p:cNvSpPr>
          <p:nvPr/>
        </p:nvSpPr>
        <p:spPr>
          <a:xfrm>
            <a:off x="647700" y="504825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75"/>
                </a:solidFill>
                <a:latin typeface="Arial"/>
                <a:ea typeface="Arial"/>
                <a:cs typeface="Arial"/>
              </a:rPr>
              <a:t>ENGR 1101 · Section 101</a:t>
            </a:r>
          </a:p>
          <a:p>
            <a:pPr>
              <a:defRPr sz="18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75"/>
                </a:solidFill>
                <a:latin typeface="Arial"/>
                <a:ea typeface="Arial"/>
                <a:cs typeface="Arial"/>
              </a:rPr>
              <a:t>October 21,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98A23E-DBA3-4BCC-A18B-D7F6AC2D3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7200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</a:extLst>
          </a:blip>
          <a:srcRect l="2143" r="3494"/>
          <a:stretch>
            <a:fillRect/>
          </a:stretch>
        </p:blipFill>
        <p:spPr>
          <a:xfrm>
            <a:off x="5883519" y="674938"/>
            <a:ext cx="4947138" cy="5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55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782083-04D7-9746-88CA-37F163C26D99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14FB8-C3FF-4389-BD03-2E822F85B05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B79795-01B4-494E-A29C-3499CA6B9B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E7A862-83EC-4237-BD38-B7C0D5629E1F}"/>
              </a:ext>
            </a:extLst>
          </p:cNvPr>
          <p:cNvSpPr>
            <a:spLocks noGrp="1"/>
          </p:cNvSpPr>
          <p:nvPr/>
        </p:nvSpPr>
        <p:spPr>
          <a:xfrm>
            <a:off x="666750" y="1323975"/>
            <a:ext cx="10477500" cy="885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29773-5332-4E8B-839E-0009B571A6B5}"/>
              </a:ext>
            </a:extLst>
          </p:cNvPr>
          <p:cNvSpPr>
            <a:spLocks noGrp="1"/>
          </p:cNvSpPr>
          <p:nvPr/>
        </p:nvSpPr>
        <p:spPr>
          <a:xfrm>
            <a:off x="666750" y="2134333"/>
            <a:ext cx="5429250" cy="260838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Customer needs and design requirements</a:t>
            </a:r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Engineering principles</a:t>
            </a:r>
            <a:endParaRPr lang="en-US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Prototype 1 and revised Prototype 2</a:t>
            </a:r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Comparison, evaluation, and future improvements</a:t>
            </a:r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EDF9A-9731-423C-928E-CE65ED47F8D7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477500" cy="8858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DE6209-D359-9834-BE48-66AB38DAF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78967" y="1395144"/>
            <a:ext cx="4967556" cy="4967556"/>
          </a:xfrm>
          <a:prstGeom prst="rect">
            <a:avLst/>
          </a:prstGeom>
          <a:effectLst>
            <a:glow rad="1563039">
              <a:schemeClr val="accent5">
                <a:satMod val="175000"/>
                <a:alpha val="12000"/>
              </a:schemeClr>
            </a:glow>
            <a:outerShdw blurRad="50800" dist="50800" dir="5400000" algn="ctr" rotWithShape="0">
              <a:schemeClr val="accent5">
                <a:lumMod val="20000"/>
                <a:lumOff val="8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820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21F504-8306-238D-9FA5-DE34654E497A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EB437A-8CCD-4406-8B09-E8708B6E75E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Define 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602F9-8F54-4FE3-BE28-5E1AA8764623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1AEC5F-3A14-47A4-BD8E-737894400129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Twinkle Toes Inc.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34FBE-0A04-426F-9D8E-FBED20D29AF1}"/>
              </a:ext>
            </a:extLst>
          </p:cNvPr>
          <p:cNvSpPr>
            <a:spLocks noGrp="1"/>
          </p:cNvSpPr>
          <p:nvPr/>
        </p:nvSpPr>
        <p:spPr>
          <a:xfrm>
            <a:off x="6178062" y="2205038"/>
            <a:ext cx="5429250" cy="349933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A toy company producing toddler playsets</a:t>
            </a:r>
            <a:endParaRPr lang="en-US"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Needs an inexpensive, functional, reusable wrench</a:t>
            </a: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Objective: a comfortable twisting tool that is easy to reproduce</a:t>
            </a:r>
          </a:p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C4CDA-2369-493D-92CB-1D1AB907A62B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60787-2D46-4256-A3BB-5ED7BE920E65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50FF1F-FD9B-4C25-1AAA-2EB0285DF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2272812"/>
            <a:ext cx="4576257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7AD571-5785-69E4-D45D-7EF149421201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7F9F8-A180-4D67-8DB6-B36D952CDC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Generate concepts and requirements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3C5A42-918B-4E6D-8BFC-48E4B4616D7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7C44D-DEAB-4B74-A36F-F19104F9DB9A}"/>
              </a:ext>
            </a:extLst>
          </p:cNvPr>
          <p:cNvSpPr>
            <a:spLocks noGrp="1"/>
          </p:cNvSpPr>
          <p:nvPr/>
        </p:nvSpPr>
        <p:spPr>
          <a:xfrm>
            <a:off x="666750" y="1658448"/>
            <a:ext cx="5429250" cy="451265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Selected concept: three pieces with a two-handed twisting handle</a:t>
            </a:r>
            <a:endParaRPr lang="en-US"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Fit a standard ½-inch hex bolt head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Withstand at least 40 lb-in of torque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PLA printing with 0–50% infill allowed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sz="2000"/>
          </a:p>
          <a:p>
            <a: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endParaRPr lang="en-US" sz="2000">
              <a:solidFill>
                <a:srgbClr val="77465D"/>
              </a:solidFill>
            </a:endParaRPr>
          </a:p>
          <a:p>
            <a: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lang="en-US" sz="2000">
                <a:solidFill>
                  <a:srgbClr val="77465D"/>
                </a:solidFill>
              </a:rPr>
              <a:t>Build </a:t>
            </a:r>
            <a:r>
              <a:rPr lang="en-US" sz="2000"/>
              <a:t>plate</a:t>
            </a:r>
            <a:r>
              <a:rPr lang="en-US" sz="2000">
                <a:solidFill>
                  <a:srgbClr val="77465D"/>
                </a:solidFill>
              </a:rPr>
              <a:t>: 203(W) × 232(H) × 203(L) mm</a:t>
            </a:r>
          </a:p>
          <a:p>
            <a: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lang="en-US" sz="2000">
                <a:solidFill>
                  <a:srgbClr val="77465D"/>
                </a:solidFill>
              </a:rPr>
              <a:t>Both iterations use 20% triangular infill</a:t>
            </a:r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3B442-87E7-4F5D-8122-139A348BDA23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2B5EC-B5B6-480E-B943-123359A4F0CD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297DEF-7426-4405-A098-A6805B433E4E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2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ADABF-7BD0-47D1-BCE2-F2437CDCA42F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endParaRPr sz="1950" b="0">
              <a:solidFill>
                <a:srgbClr val="77465D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16D66C-9FD7-20B8-D187-88BAED5DF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58000"/>
                    </a14:imgEffect>
                    <a14:imgEffect>
                      <a14:brightnessContrast contras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8704"/>
          <a:stretch>
            <a:fillRect/>
          </a:stretch>
        </p:blipFill>
        <p:spPr>
          <a:xfrm rot="5400000">
            <a:off x="6800384" y="1436444"/>
            <a:ext cx="4791901" cy="50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4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B5C50D-6B7E-3352-0976-2DDAC035A085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70A69-2EDE-477A-8E26-8CB3636C0E4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Develop a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49C39C-B2C1-49DE-AAC4-729AF5EFEA80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Torque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ACA88-20D5-4FC9-84D8-F1D01A27B5E6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τ = </a:t>
            </a:r>
            <a:r>
              <a:rPr sz="3150" b="0" err="1">
                <a:solidFill>
                  <a:srgbClr val="252433"/>
                </a:solidFill>
                <a:latin typeface="Arial"/>
                <a:ea typeface="Arial"/>
                <a:cs typeface="Arial"/>
              </a:rPr>
              <a:t>rF</a:t>
            </a:r>
            <a:r>
              <a:rPr sz="31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 sin θ</a:t>
            </a:r>
            <a:r>
              <a:rPr lang="en-US"/>
              <a:t>= r x F</a:t>
            </a:r>
            <a:endParaRPr sz="315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C1C035-41F3-4E08-A45A-CA415A29579F}"/>
              </a:ext>
            </a:extLst>
          </p:cNvPr>
          <p:cNvSpPr>
            <a:spLocks noGrp="1"/>
          </p:cNvSpPr>
          <p:nvPr/>
        </p:nvSpPr>
        <p:spPr>
          <a:xfrm>
            <a:off x="5619750" y="214312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Force and effective lever arm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13308-442E-4CB6-ADD0-37BACFB1F8AF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Average compressive stress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646A14-1F65-4D29-9FAD-0CFD0FDC57AE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σ = F /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37BFA8-D0A9-4AA3-B2E3-DBFA4EFE3459}"/>
              </a:ext>
            </a:extLst>
          </p:cNvPr>
          <p:cNvSpPr>
            <a:spLocks noGrp="1"/>
          </p:cNvSpPr>
          <p:nvPr/>
        </p:nvSpPr>
        <p:spPr>
          <a:xfrm>
            <a:off x="5619750" y="376237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Load distributed over contact 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D34743-1093-4E8B-AE3D-452202E53F6D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Production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5B05F2-A866-408F-A766-02790DCA7970}"/>
              </a:ext>
            </a:extLst>
          </p:cNvPr>
          <p:cNvSpPr>
            <a:spLocks noGrp="1"/>
          </p:cNvSpPr>
          <p:nvPr/>
        </p:nvSpPr>
        <p:spPr>
          <a:xfrm>
            <a:off x="666750" y="526732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7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C = 0.40m + 0.02t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9D16E-1F3D-444B-B8E6-797909AB1BDD}"/>
              </a:ext>
            </a:extLst>
          </p:cNvPr>
          <p:cNvSpPr>
            <a:spLocks noGrp="1"/>
          </p:cNvSpPr>
          <p:nvPr/>
        </p:nvSpPr>
        <p:spPr>
          <a:xfrm>
            <a:off x="5619750" y="5267325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m in oz, t in minutes, C in dollars</a:t>
            </a:r>
          </a:p>
        </p:txBody>
      </p:sp>
    </p:spTree>
    <p:extLst>
      <p:ext uri="{BB962C8B-B14F-4D97-AF65-F5344CB8AC3E}">
        <p14:creationId xmlns:p14="http://schemas.microsoft.com/office/powerpoint/2010/main" val="87818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A87F26-A5D3-27E1-DAC0-688AD28745F3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C6E29-46DC-4F9B-AD72-2312D9CDE49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Prototype 1: construction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42561-561F-4AA9-9232-211C0B6283A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B2651-5939-43D3-8014-437BDC5D92F1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A4545-FFF0-44CB-B7E3-D65C5BD9FB68}"/>
              </a:ext>
            </a:extLst>
          </p:cNvPr>
          <p:cNvSpPr>
            <a:spLocks noGrp="1"/>
          </p:cNvSpPr>
          <p:nvPr/>
        </p:nvSpPr>
        <p:spPr>
          <a:xfrm>
            <a:off x="666750" y="1913303"/>
            <a:ext cx="4476750" cy="404202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Main wrench body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Tapered inner handle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Textured outer handle</a:t>
            </a:r>
            <a:endParaRPr lang="en-US"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3.0 oz, no supports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330-minute print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06D9B-616C-47EE-A3D8-3D02EB2C6BF8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E569D-FDAE-4B17-8F30-2A07902E8B65}"/>
              </a:ext>
            </a:extLst>
          </p:cNvPr>
          <p:cNvSpPr>
            <a:spLocks noGrp="1"/>
          </p:cNvSpPr>
          <p:nvPr/>
        </p:nvSpPr>
        <p:spPr>
          <a:xfrm>
            <a:off x="6191250" y="58578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Picture 2" descr="A drawing of a screw and nut&#10;&#10;AI-generated content may be incorrect.">
            <a:extLst>
              <a:ext uri="{FF2B5EF4-FFF2-40B4-BE49-F238E27FC236}">
                <a16:creationId xmlns:a16="http://schemas.microsoft.com/office/drawing/2014/main" id="{954BBDEE-B9C2-7445-EA0E-07577A408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682" y="4140932"/>
            <a:ext cx="3676650" cy="2571750"/>
          </a:xfrm>
          <a:prstGeom prst="rect">
            <a:avLst/>
          </a:prstGeom>
        </p:spPr>
      </p:pic>
      <p:pic>
        <p:nvPicPr>
          <p:cNvPr id="11" name="Picture 10" descr="A drawing of a cylinder&#10;&#10;AI-generated content may be incorrect.">
            <a:extLst>
              <a:ext uri="{FF2B5EF4-FFF2-40B4-BE49-F238E27FC236}">
                <a16:creationId xmlns:a16="http://schemas.microsoft.com/office/drawing/2014/main" id="{4F003390-C7BF-91F1-F18B-3F317B596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621" y="1297089"/>
            <a:ext cx="1937729" cy="40114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6BC8E0-9A9E-3815-A143-E13ECC7666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84"/>
          <a:stretch>
            <a:fillRect/>
          </a:stretch>
        </p:blipFill>
        <p:spPr>
          <a:xfrm>
            <a:off x="4322152" y="1351622"/>
            <a:ext cx="2184156" cy="378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0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EF3AF8-E9F3-437D-01F8-E6F292C91926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Base Wrench Design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31137-CAA6-CEFD-EE91-01B158E3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269673" y="374073"/>
            <a:ext cx="5652654" cy="73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6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FB989B-F3FA-7A02-821B-6AF88197528F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Peg Wrench Design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05996-DAAB-A8D6-1CBA-4EDFA622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75330" y="540745"/>
            <a:ext cx="5605463" cy="725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6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9E782-D103-7852-384F-9643DC0AF1DE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Handle Wrench Design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F8B72-CD78-8D17-2293-F6ABF3C1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00552" y="256655"/>
            <a:ext cx="5755019" cy="74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2DDBAC-D046-D100-98C9-9C32E3F23286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2B5F8-9015-4562-A86E-2167C3C6B89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	</a:t>
            </a: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Prototype 1: 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98882E-7855-40D3-A82D-9B4428CCA1E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E96A4-A42C-4F4F-A2AC-F5B40F90F59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40 lb-in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CF4C9-86C9-4407-B131-1BFBF0D7C5E4}"/>
              </a:ext>
            </a:extLst>
          </p:cNvPr>
          <p:cNvSpPr>
            <a:spLocks noGrp="1"/>
          </p:cNvSpPr>
          <p:nvPr/>
        </p:nvSpPr>
        <p:spPr>
          <a:xfrm>
            <a:off x="666750" y="2735139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Requirement met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BE487-D808-47B7-A401-C401BDDE1D0C}"/>
              </a:ext>
            </a:extLst>
          </p:cNvPr>
          <p:cNvSpPr>
            <a:spLocks noGrp="1"/>
          </p:cNvSpPr>
          <p:nvPr/>
        </p:nvSpPr>
        <p:spPr>
          <a:xfrm>
            <a:off x="4238627" y="1670534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70 </a:t>
            </a:r>
            <a:r>
              <a:rPr sz="4950" b="1" err="1">
                <a:solidFill>
                  <a:srgbClr val="252433"/>
                </a:solidFill>
                <a:latin typeface="Arial"/>
                <a:ea typeface="Arial"/>
                <a:cs typeface="Arial"/>
              </a:rPr>
              <a:t>lb</a:t>
            </a:r>
            <a:r>
              <a:rPr sz="495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-in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EA0E7-2E23-4D02-92DF-39C5EFE2C061}"/>
              </a:ext>
            </a:extLst>
          </p:cNvPr>
          <p:cNvSpPr>
            <a:spLocks noGrp="1"/>
          </p:cNvSpPr>
          <p:nvPr/>
        </p:nvSpPr>
        <p:spPr>
          <a:xfrm>
            <a:off x="4238627" y="2724149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Reported failure torque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E739CE-6188-4EE9-B7B3-8A48AEEFD5DF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0572750" cy="115875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Tight fit required excessive assembly force</a:t>
            </a:r>
            <a:endParaRPr lang="en-US"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The inner handle broke along a printed layer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7D497B-FCB0-498D-AC88-EBB6595EE40E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10572750" cy="581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CBE87B-0FA9-4386-A44D-B7956E15B6B4}"/>
              </a:ext>
            </a:extLst>
          </p:cNvPr>
          <p:cNvSpPr>
            <a:spLocks noGrp="1"/>
          </p:cNvSpPr>
          <p:nvPr/>
        </p:nvSpPr>
        <p:spPr>
          <a:xfrm>
            <a:off x="666750" y="5748338"/>
            <a:ext cx="10572750" cy="581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Revision priorities: assembly fit, strength, and printing efficiency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FB3226-0A4D-5A61-A0D5-EE01073F0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05" y="726457"/>
            <a:ext cx="3737495" cy="432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145EB8-0329-60B6-9B8C-FFDF2DD42036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519C4-9686-4EE9-A19A-B6F20FEE1FC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Prototype 2: design revisions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57E69-9437-46D0-9551-C70E0F0E535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978C6-E49C-4197-B9DC-76A85022E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25236" y="1762125"/>
            <a:ext cx="1352826" cy="266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E5A74E-869E-4BE0-A46A-6C0CD9C5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1168" y="2428875"/>
            <a:ext cx="2737184" cy="2000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342048-79DF-44C1-9F54-2D9DF979F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54946" y="2428875"/>
            <a:ext cx="2381250" cy="16832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71115E-E77E-4C7D-9963-86DC9CC1BB0D}"/>
              </a:ext>
            </a:extLst>
          </p:cNvPr>
          <p:cNvSpPr>
            <a:spLocks noGrp="1"/>
          </p:cNvSpPr>
          <p:nvPr/>
        </p:nvSpPr>
        <p:spPr>
          <a:xfrm>
            <a:off x="619125" y="51911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Revised body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54EBF-17EE-42E6-8847-A5490834BBD2}"/>
              </a:ext>
            </a:extLst>
          </p:cNvPr>
          <p:cNvSpPr>
            <a:spLocks noGrp="1"/>
          </p:cNvSpPr>
          <p:nvPr/>
        </p:nvSpPr>
        <p:spPr>
          <a:xfrm>
            <a:off x="6429375" y="51911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Revised tapered inner handle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BF71-34FC-41FA-8689-8B4C8AE94435}"/>
              </a:ext>
            </a:extLst>
          </p:cNvPr>
          <p:cNvSpPr>
            <a:spLocks noGrp="1"/>
          </p:cNvSpPr>
          <p:nvPr/>
        </p:nvSpPr>
        <p:spPr>
          <a:xfrm>
            <a:off x="619125" y="56864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Body reduction in report: 1.0 to 0.6 in*</a:t>
            </a:r>
          </a:p>
          <a:p>
            <a: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Cylinder fit reduction: 2%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98DC1-5577-4DD7-8BBB-9057166FEF34}"/>
              </a:ext>
            </a:extLst>
          </p:cNvPr>
          <p:cNvSpPr>
            <a:spLocks noGrp="1"/>
          </p:cNvSpPr>
          <p:nvPr/>
        </p:nvSpPr>
        <p:spPr>
          <a:xfrm>
            <a:off x="6429375" y="5686425"/>
            <a:ext cx="5334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Horizontal inner-handle print with supports</a:t>
            </a:r>
          </a:p>
          <a:p>
            <a:pPr>
              <a:defRPr sz="17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20% triangular infill retained</a:t>
            </a:r>
          </a:p>
        </p:txBody>
      </p:sp>
    </p:spTree>
    <p:extLst>
      <p:ext uri="{BB962C8B-B14F-4D97-AF65-F5344CB8AC3E}">
        <p14:creationId xmlns:p14="http://schemas.microsoft.com/office/powerpoint/2010/main" val="14864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18E1C-3736-A801-0353-5D1880B3E595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Design 2 Base Blueprint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0B8C1-A57E-0568-DFB7-760602857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12485" y="139644"/>
            <a:ext cx="6331154" cy="819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4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4B45B0-1B81-D810-D614-EE6D66FC81CB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Design 2 Peg Blueprint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2740E-8755-67DA-5211-F9BDEC65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260837" y="281476"/>
            <a:ext cx="5834450" cy="755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1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107D1A-00F3-2133-5AFB-686F0FD53AE4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AA1D1E-84DF-4C58-9E4E-3A53C24C2AA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Prototype 2: 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4B30C-9E91-4C79-A0D6-2A52949EA98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AA6EB-289A-4FE5-AAF3-6143FE3541FB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40 lb-in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247BB1-589B-4132-A4D7-14918C169F25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Requirement met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DBC3B-8447-4EDD-A521-2538F7F11942}"/>
              </a:ext>
            </a:extLst>
          </p:cNvPr>
          <p:cNvSpPr>
            <a:spLocks noGrp="1"/>
          </p:cNvSpPr>
          <p:nvPr/>
        </p:nvSpPr>
        <p:spPr>
          <a:xfrm>
            <a:off x="4162427" y="1704975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80 lb-in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53B4E-8A32-43CF-95F8-2DD643C1C181}"/>
              </a:ext>
            </a:extLst>
          </p:cNvPr>
          <p:cNvSpPr>
            <a:spLocks noGrp="1"/>
          </p:cNvSpPr>
          <p:nvPr/>
        </p:nvSpPr>
        <p:spPr>
          <a:xfrm>
            <a:off x="4162427" y="2664583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Hex opening deformed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93234-E23D-46A1-AFF2-6AAF942AF882}"/>
              </a:ext>
            </a:extLst>
          </p:cNvPr>
          <p:cNvSpPr>
            <a:spLocks noGrp="1"/>
          </p:cNvSpPr>
          <p:nvPr/>
        </p:nvSpPr>
        <p:spPr>
          <a:xfrm>
            <a:off x="666750" y="3429001"/>
            <a:ext cx="7281496" cy="2896002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2.5 oz including supports, 280-minute print</a:t>
            </a:r>
            <a:endParaRPr lang="en-US"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Some inner-handle material deformed during cooling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The prototype remained functional during the reported test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1713B7-2AA9-48C5-8ABE-60702A5963DC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A7C45-C5FC-44DB-A03B-01D550C0FC73}"/>
              </a:ext>
            </a:extLst>
          </p:cNvPr>
          <p:cNvSpPr>
            <a:spLocks noGrp="1"/>
          </p:cNvSpPr>
          <p:nvPr/>
        </p:nvSpPr>
        <p:spPr>
          <a:xfrm>
            <a:off x="666750" y="54102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17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C9C87B-5908-BD7A-5A33-E369E16CC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57000"/>
                    </a14:imgEffect>
                    <a14:imgEffect>
                      <a14:brightnessContrast bright="10000"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3459" y="1633538"/>
            <a:ext cx="3656296" cy="438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42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050564-819B-3639-E397-F650B5C11072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2EF1CB-91EC-4675-B72E-38BAD3F730E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Comparison of both designs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27C2D-7281-4106-83F0-5A50B280243E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AC31D9-FF84-4E24-812A-C6DB4EB69D9C}"/>
              </a:ext>
            </a:extLst>
          </p:cNvPr>
          <p:cNvGraphicFramePr/>
          <p:nvPr/>
        </p:nvGraphicFramePr>
        <p:xfrm>
          <a:off x="666750" y="1476375"/>
          <a:ext cx="10858500" cy="4095752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>
                      <a:solidFill>
                        <a:srgbClr val="DDD8DD"/>
                      </a:solidFill>
                      <a:prstDash val="soli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774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1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>
                      <a:solidFill>
                        <a:srgbClr val="DDD8DD"/>
                      </a:solidFill>
                      <a:prstDash val="soli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774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Revised Design 2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>
                      <a:solidFill>
                        <a:srgbClr val="DDD8DD"/>
                      </a:solidFill>
                      <a:prstDash val="soli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774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Reported weight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3.0 oz, no supports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2.5 oz, with supports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Printing time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330 min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280 min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Filament cost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$1.20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$1.00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Printing cost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$6.60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$5.60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Total production cost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$7.80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$6.60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40 lb-in requirement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1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Reported failure torque</a:t>
                      </a:r>
                    </a:p>
                  </a:txBody>
                  <a:tcPr>
                    <a:lnL w="9525">
                      <a:solidFill>
                        <a:srgbClr val="DDD8DD"/>
                      </a:solidFill>
                      <a:prstDash val="soli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70 lb-in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433"/>
                          </a:solidFill>
                          <a:latin typeface="Arial"/>
                          <a:ea typeface="Arial"/>
                          <a:cs typeface="Arial"/>
                        </a:rPr>
                        <a:t>80 lb-in</a:t>
                      </a:r>
                    </a:p>
                  </a:txBody>
                  <a:tcPr>
                    <a:lnL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D8DD"/>
                      </a:solidFill>
                      <a:prstDash val="solid"/>
                    </a:lnR>
                    <a:lnT w="9525" cap="flat" cmpd="sng" algn="ctr">
                      <a:solidFill>
                        <a:srgbClr val="DD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9AD5E8F-CBA3-4D0E-8A39-5615DD08CEF4}"/>
              </a:ext>
            </a:extLst>
          </p:cNvPr>
          <p:cNvSpPr>
            <a:spLocks noGrp="1"/>
          </p:cNvSpPr>
          <p:nvPr/>
        </p:nvSpPr>
        <p:spPr>
          <a:xfrm>
            <a:off x="666750" y="58578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Design 2: $1.20 lower cost and 50 minutes less printing</a:t>
            </a:r>
          </a:p>
        </p:txBody>
      </p:sp>
    </p:spTree>
    <p:extLst>
      <p:ext uri="{BB962C8B-B14F-4D97-AF65-F5344CB8AC3E}">
        <p14:creationId xmlns:p14="http://schemas.microsoft.com/office/powerpoint/2010/main" val="1892619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946656-34C2-8C26-72B0-DD8C7A288F9C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8C419-735A-4B0D-BBA3-D05FCCC038B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Evaluate the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6EDE2-1E21-4120-8BF1-A6E5610BB08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50F12D-E742-4038-B998-F065A1DE25FB}"/>
              </a:ext>
            </a:extLst>
          </p:cNvPr>
          <p:cNvSpPr>
            <a:spLocks noGrp="1"/>
          </p:cNvSpPr>
          <p:nvPr/>
        </p:nvSpPr>
        <p:spPr>
          <a:xfrm>
            <a:off x="609600" y="136299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Revised Design 2 is the stronger project candidate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A7F07-238F-489E-B7A9-B6578CBB9C78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4775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12B51-A11D-4607-B219-C75DB3FB5B24}"/>
              </a:ext>
            </a:extLst>
          </p:cNvPr>
          <p:cNvSpPr>
            <a:spLocks noGrp="1"/>
          </p:cNvSpPr>
          <p:nvPr/>
        </p:nvSpPr>
        <p:spPr>
          <a:xfrm>
            <a:off x="609600" y="2247899"/>
            <a:ext cx="5486400" cy="292901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Meets the assigned 40 lb-in torque requirement</a:t>
            </a: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Lower reported cost 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S</a:t>
            </a:r>
            <a:r>
              <a:rPr sz="232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horter print time</a:t>
            </a:r>
            <a:endParaRPr lang="en-US"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43E97-27FF-4597-B286-C9336A9EAF4C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4775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325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3F651-4666-47A9-AD95-5A379C79AA94}"/>
              </a:ext>
            </a:extLst>
          </p:cNvPr>
          <p:cNvSpPr>
            <a:spLocks noGrp="1"/>
          </p:cNvSpPr>
          <p:nvPr/>
        </p:nvSpPr>
        <p:spPr>
          <a:xfrm>
            <a:off x="666750" y="5711157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575"/>
                </a:solidFill>
                <a:latin typeface="Arial"/>
                <a:ea typeface="Arial"/>
                <a:cs typeface="Arial"/>
              </a:rPr>
              <a:t>Remaining limitations: opening deformation and inner-handle print quality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39876C-D194-5FA7-976A-DA34C083E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24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72996" y="2125276"/>
            <a:ext cx="3532603" cy="423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41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A0E8CD-9E84-6E40-C7FA-7F93FE2B6DFC}"/>
              </a:ext>
            </a:extLst>
          </p:cNvPr>
          <p:cNvSpPr/>
          <p:nvPr/>
        </p:nvSpPr>
        <p:spPr>
          <a:xfrm>
            <a:off x="-246184" y="-71437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1FFEE-12D0-4A3A-B13E-368E3F26019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Future improvements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E8E3B-FFF8-4441-99E7-1235FF20FB6E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5429250" cy="4508842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Strengthen the hex opening against deformation</a:t>
            </a:r>
            <a:endParaRPr lang="en-US"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Remove about 0.5 in of excess outer-handle height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Explore fewer components and simpler assembly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Refine print orientation and settings, then retest</a:t>
            </a:r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lang="en-US"/>
          </a:p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A1FB9-D341-443C-A1E4-69E36A93E813}"/>
              </a:ext>
            </a:extLst>
          </p:cNvPr>
          <p:cNvSpPr>
            <a:spLocks noGrp="1"/>
          </p:cNvSpPr>
          <p:nvPr/>
        </p:nvSpPr>
        <p:spPr>
          <a:xfrm>
            <a:off x="666750" y="2733675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3B6D8-F5A0-45B4-8C79-F309B4C8F0D9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026501-37E6-49A0-9B29-80FFA6AAD600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endParaRPr sz="2400" b="0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B90219-B8D6-1DF0-95B0-43641F257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2000"/>
                    </a14:imgEffect>
                    <a14:imgEffect>
                      <a14:brightnessContrast contrast="14000"/>
                    </a14:imgEffect>
                  </a14:imgLayer>
                </a14:imgProps>
              </a:ext>
            </a:extLst>
          </a:blip>
          <a:srcRect l="15293" t="9338"/>
          <a:stretch>
            <a:fillRect/>
          </a:stretch>
        </p:blipFill>
        <p:spPr>
          <a:xfrm>
            <a:off x="6331928" y="1705561"/>
            <a:ext cx="5429249" cy="435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00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27CFCE-F2EB-E4C9-4B7C-FC3C7F9F298B}"/>
              </a:ext>
            </a:extLst>
          </p:cNvPr>
          <p:cNvSpPr/>
          <p:nvPr/>
        </p:nvSpPr>
        <p:spPr>
          <a:xfrm>
            <a:off x="-330851" y="-45386"/>
            <a:ext cx="12848492" cy="1323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BC9A8-EB01-0573-67C5-311CC0C9E8DA}"/>
              </a:ext>
            </a:extLst>
          </p:cNvPr>
          <p:cNvSpPr txBox="1"/>
          <p:nvPr/>
        </p:nvSpPr>
        <p:spPr>
          <a:xfrm>
            <a:off x="1198359" y="201899"/>
            <a:ext cx="105976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Arial"/>
                <a:ea typeface="+mn-lt"/>
                <a:cs typeface="Arial"/>
              </a:rPr>
              <a:t>Why Twinkle Toes Inc. Should Choose Wrench-a-Roni</a:t>
            </a:r>
            <a:endParaRPr lang="en-US" sz="3200" b="1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2BC0B-14E7-DC75-9A4A-6A4F697240D7}"/>
              </a:ext>
            </a:extLst>
          </p:cNvPr>
          <p:cNvSpPr txBox="1"/>
          <p:nvPr/>
        </p:nvSpPr>
        <p:spPr>
          <a:xfrm>
            <a:off x="364719" y="1712871"/>
            <a:ext cx="701560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Fun unique design kids enjoy better than traditional wrench</a:t>
            </a: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Ease of use for children</a:t>
            </a: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Practice motor skills and hand eye coordination for toddlers</a:t>
            </a: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Lightweight design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0257E-1B7B-8E53-7872-BA57D6AA0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680" y="1525873"/>
            <a:ext cx="4835319" cy="4835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4025AC-1A8A-25D7-DC7B-8F827D565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>
            <a:off x="7045569" y="1223638"/>
            <a:ext cx="5601026" cy="560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54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B75C67-89DC-485A-BD23-8AA2EEDA6C9B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Thank yo</a:t>
            </a:r>
            <a:r>
              <a:rPr lang="en-US" sz="3300" b="1">
                <a:solidFill>
                  <a:srgbClr val="252433"/>
                </a:solidFill>
                <a:latin typeface="Arial"/>
                <a:ea typeface="Arial"/>
                <a:cs typeface="Arial"/>
              </a:rPr>
              <a:t>u</a:t>
            </a:r>
            <a:endParaRPr sz="3300" b="1">
              <a:solidFill>
                <a:srgbClr val="2524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467EB1-E2AE-48E0-A85B-568059414455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def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656575"/>
                </a:solidFill>
                <a:latin typeface="Arial"/>
                <a:ea typeface="Arial"/>
                <a:cs typeface="Arial"/>
              </a:defRPr>
            </a:pPr>
            <a:endParaRPr lang="en-US" sz="1200" b="0">
              <a:solidFill>
                <a:srgbClr val="6565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74119-34BB-4109-8B72-963B19EFD247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047750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700" b="1">
                <a:solidFill>
                  <a:srgbClr val="77465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77465D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A5818-E3DE-4E0B-A740-2C49484A738A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/>
          <a:lstStyle>
            <a:def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433"/>
                </a:solidFill>
                <a:latin typeface="Arial"/>
                <a:ea typeface="Arial"/>
                <a:cs typeface="Arial"/>
              </a:rPr>
              <a:t>Wrench-a-Roni</a:t>
            </a:r>
          </a:p>
          <a:p>
            <a:pPr>
              <a:defRPr sz="2175" b="0">
                <a:solidFill>
                  <a:srgbClr val="252433"/>
                </a:solidFill>
                <a:latin typeface="Arial"/>
                <a:ea typeface="Arial"/>
                <a:cs typeface="Arial"/>
              </a:defRPr>
            </a:pPr>
            <a:r>
              <a:rPr lang="en-US" sz="2150"/>
              <a:t>Michele Haugh, </a:t>
            </a:r>
            <a:r>
              <a:rPr lang="en-US" sz="2150" b="0"/>
              <a:t>Lillian Letiecq, </a:t>
            </a:r>
            <a:r>
              <a:rPr lang="en-US" sz="2150"/>
              <a:t>and </a:t>
            </a:r>
            <a:r>
              <a:rPr lang="en-US" sz="2150" b="0"/>
              <a:t>Mary Teifel</a:t>
            </a:r>
          </a:p>
        </p:txBody>
      </p:sp>
    </p:spTree>
    <p:extLst>
      <p:ext uri="{BB962C8B-B14F-4D97-AF65-F5344CB8AC3E}">
        <p14:creationId xmlns:p14="http://schemas.microsoft.com/office/powerpoint/2010/main" val="11309961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1</cp:revision>
  <dcterms:created xsi:type="dcterms:W3CDTF">2026-10-19T21:51:40Z</dcterms:created>
  <dcterms:modified xsi:type="dcterms:W3CDTF">2026-10-20T16:57:22Z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2026-10-20T15:30:25Z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dc2f0c83-d4ff-44d2-bed6-7bdc41abd52e</vt:lpwstr>
  </property>
  <property fmtid="{D5CDD505-2E9C-101B-9397-08002B2CF9AE}" pid="8" name="MSIP_Label_d8bb7484-22c2-4b98-9fb8-3ab13d821527_ContentBits">
    <vt:lpwstr>0</vt:lpwstr>
  </property>
  <property fmtid="{D5CDD505-2E9C-101B-9397-08002B2CF9AE}" pid="9" name="MSIP_Label_d8bb7484-22c2-4b98-9fb8-3ab13d821527_Tag">
    <vt:lpwstr>50, 3, 0, 1</vt:lpwstr>
  </property>
</Properties>
</file>